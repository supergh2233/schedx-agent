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6d3b544d5f48b5" /><Relationship Type="http://schemas.openxmlformats.org/officeDocument/2006/relationships/extended-properties" Target="/docProps/app.xml" Id="R1b86fa4214694d0d" /><Relationship Type="http://schemas.openxmlformats.org/officeDocument/2006/relationships/officeDocument" Target="/ppt/presentation.xml" Id="Rc6340ba324944c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93e74cc6264fcf"/>
  </p:sldMasterIdLst>
  <p:notesMasterIdLst>
    <p:notesMasterId xmlns:r="http://schemas.openxmlformats.org/officeDocument/2006/relationships" r:id="R8b1162cf2d654eac"/>
  </p:notesMasterIdLst>
  <p:sldIdLst>
    <p:sldId xmlns:r="http://schemas.openxmlformats.org/officeDocument/2006/relationships" id="256" r:id="Rb4ceabc4ca8b4f81"/>
    <p:sldId xmlns:r="http://schemas.openxmlformats.org/officeDocument/2006/relationships" id="257" r:id="Rfc1f56c258394c7c"/>
    <p:sldId xmlns:r="http://schemas.openxmlformats.org/officeDocument/2006/relationships" id="258" r:id="R0365824161344b1b"/>
    <p:sldId xmlns:r="http://schemas.openxmlformats.org/officeDocument/2006/relationships" id="259" r:id="Rb6eafd55fbb64e96"/>
    <p:sldId xmlns:r="http://schemas.openxmlformats.org/officeDocument/2006/relationships" id="260" r:id="Rb4cef86cb2bc4e3b"/>
    <p:sldId xmlns:r="http://schemas.openxmlformats.org/officeDocument/2006/relationships" id="261" r:id="Rbc98a864d17f4be1"/>
    <p:sldId xmlns:r="http://schemas.openxmlformats.org/officeDocument/2006/relationships" id="262" r:id="R30c0cd43d5394ab1"/>
    <p:sldId xmlns:r="http://schemas.openxmlformats.org/officeDocument/2006/relationships" id="263" r:id="Rdc80b2d0bcdd4bfe"/>
    <p:sldId xmlns:r="http://schemas.openxmlformats.org/officeDocument/2006/relationships" id="264" r:id="R63f3ae9d719d4207"/>
    <p:sldId xmlns:r="http://schemas.openxmlformats.org/officeDocument/2006/relationships" id="265" r:id="R25e235107f324ad1"/>
    <p:sldId xmlns:r="http://schemas.openxmlformats.org/officeDocument/2006/relationships" id="266" r:id="R0fc84760197a400b"/>
    <p:sldId xmlns:r="http://schemas.openxmlformats.org/officeDocument/2006/relationships" id="267" r:id="R1aa49838679c4813"/>
    <p:sldId xmlns:r="http://schemas.openxmlformats.org/officeDocument/2006/relationships" id="268" r:id="R35a25884a991401a"/>
    <p:sldId xmlns:r="http://schemas.openxmlformats.org/officeDocument/2006/relationships" id="269" r:id="Ra74d66cdcde440b6"/>
    <p:sldId xmlns:r="http://schemas.openxmlformats.org/officeDocument/2006/relationships" id="270" r:id="R5b3af7d4e0e04b41"/>
    <p:sldId xmlns:r="http://schemas.openxmlformats.org/officeDocument/2006/relationships" id="271" r:id="R859eb07bb67348fc"/>
    <p:sldId xmlns:r="http://schemas.openxmlformats.org/officeDocument/2006/relationships" id="272" r:id="Rf54d2d81f5b14b92"/>
    <p:sldId xmlns:r="http://schemas.openxmlformats.org/officeDocument/2006/relationships" id="273" r:id="Re948d94e1dde4147"/>
    <p:sldId xmlns:r="http://schemas.openxmlformats.org/officeDocument/2006/relationships" id="274" r:id="Rede03420bc8c4d45"/>
    <p:sldId xmlns:r="http://schemas.openxmlformats.org/officeDocument/2006/relationships" id="275" r:id="R3d3f5390abbb4b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c7fa62386748dc" /><Relationship Type="http://schemas.openxmlformats.org/officeDocument/2006/relationships/slideMaster" Target="/ppt/slideMasters/slideMaster1.xml" Id="R3193e74cc6264fcf" /><Relationship Type="http://schemas.openxmlformats.org/officeDocument/2006/relationships/notesMaster" Target="/ppt/notesMasters/notesMaster1.xml" Id="R8b1162cf2d654eac" /><Relationship Type="http://schemas.openxmlformats.org/officeDocument/2006/relationships/presProps" Target="/ppt/presProps.xml" Id="Ra28a7112f0e840c7" /><Relationship Type="http://schemas.openxmlformats.org/officeDocument/2006/relationships/viewProps" Target="/ppt/viewProps.xml" Id="R913ffb4ee8e44ec7" /><Relationship Type="http://schemas.openxmlformats.org/officeDocument/2006/relationships/tableStyles" Target="/ppt/tableStyles.xml" Id="Rff5d600420674f6d" /><Relationship Type="http://schemas.openxmlformats.org/officeDocument/2006/relationships/slide" Target="/ppt/slides/slide1.xml" Id="Rb4ceabc4ca8b4f81" /><Relationship Type="http://schemas.openxmlformats.org/officeDocument/2006/relationships/slide" Target="/ppt/slides/slide2.xml" Id="Rfc1f56c258394c7c" /><Relationship Type="http://schemas.openxmlformats.org/officeDocument/2006/relationships/slide" Target="/ppt/slides/slide3.xml" Id="R0365824161344b1b" /><Relationship Type="http://schemas.openxmlformats.org/officeDocument/2006/relationships/slide" Target="/ppt/slides/slide4.xml" Id="Rb6eafd55fbb64e96" /><Relationship Type="http://schemas.openxmlformats.org/officeDocument/2006/relationships/slide" Target="/ppt/slides/slide5.xml" Id="Rb4cef86cb2bc4e3b" /><Relationship Type="http://schemas.openxmlformats.org/officeDocument/2006/relationships/slide" Target="/ppt/slides/slide6.xml" Id="Rbc98a864d17f4be1" /><Relationship Type="http://schemas.openxmlformats.org/officeDocument/2006/relationships/slide" Target="/ppt/slides/slide7.xml" Id="R30c0cd43d5394ab1" /><Relationship Type="http://schemas.openxmlformats.org/officeDocument/2006/relationships/slide" Target="/ppt/slides/slide8.xml" Id="Rdc80b2d0bcdd4bfe" /><Relationship Type="http://schemas.openxmlformats.org/officeDocument/2006/relationships/slide" Target="/ppt/slides/slide9.xml" Id="R63f3ae9d719d4207" /><Relationship Type="http://schemas.openxmlformats.org/officeDocument/2006/relationships/slide" Target="/ppt/slides/slide10.xml" Id="R25e235107f324ad1" /><Relationship Type="http://schemas.openxmlformats.org/officeDocument/2006/relationships/slide" Target="/ppt/slides/slide11.xml" Id="R0fc84760197a400b" /><Relationship Type="http://schemas.openxmlformats.org/officeDocument/2006/relationships/slide" Target="/ppt/slides/slide12.xml" Id="R1aa49838679c4813" /><Relationship Type="http://schemas.openxmlformats.org/officeDocument/2006/relationships/slide" Target="/ppt/slides/slide13.xml" Id="R35a25884a991401a" /><Relationship Type="http://schemas.openxmlformats.org/officeDocument/2006/relationships/slide" Target="/ppt/slides/slide14.xml" Id="Ra74d66cdcde440b6" /><Relationship Type="http://schemas.openxmlformats.org/officeDocument/2006/relationships/slide" Target="/ppt/slides/slide15.xml" Id="R5b3af7d4e0e04b41" /><Relationship Type="http://schemas.openxmlformats.org/officeDocument/2006/relationships/slide" Target="/ppt/slides/slide16.xml" Id="R859eb07bb67348fc" /><Relationship Type="http://schemas.openxmlformats.org/officeDocument/2006/relationships/slide" Target="/ppt/slides/slide17.xml" Id="Rf54d2d81f5b14b92" /><Relationship Type="http://schemas.openxmlformats.org/officeDocument/2006/relationships/slide" Target="/ppt/slides/slide18.xml" Id="Re948d94e1dde4147" /><Relationship Type="http://schemas.openxmlformats.org/officeDocument/2006/relationships/slide" Target="/ppt/slides/slide19.xml" Id="Rede03420bc8c4d45" /><Relationship Type="http://schemas.openxmlformats.org/officeDocument/2006/relationships/slide" Target="/ppt/slides/slide20.xml" Id="R3d3f5390abbb4b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f8539d41304e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80b29e35cd43ca" /><Relationship Type="http://schemas.openxmlformats.org/officeDocument/2006/relationships/notesMaster" Target="/ppt/notesMasters/notesMaster1.xml" Id="Ra9906ceefc7b4c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33c6490d6c4754" /><Relationship Type="http://schemas.openxmlformats.org/officeDocument/2006/relationships/notesMaster" Target="/ppt/notesMasters/notesMaster1.xml" Id="R591857b4c50e4d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cfde74d46a4ac3" /><Relationship Type="http://schemas.openxmlformats.org/officeDocument/2006/relationships/notesMaster" Target="/ppt/notesMasters/notesMaster1.xml" Id="R5705d786241845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f7a463bef24183" /><Relationship Type="http://schemas.openxmlformats.org/officeDocument/2006/relationships/notesMaster" Target="/ppt/notesMasters/notesMaster1.xml" Id="Rb665c047644a44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03dfe5deba497f" /><Relationship Type="http://schemas.openxmlformats.org/officeDocument/2006/relationships/notesMaster" Target="/ppt/notesMasters/notesMaster1.xml" Id="R7030865f592f49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c629f16c8a4c7f" /><Relationship Type="http://schemas.openxmlformats.org/officeDocument/2006/relationships/notesMaster" Target="/ppt/notesMasters/notesMaster1.xml" Id="R6e1b0dc528a345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f98874da7c406e" /><Relationship Type="http://schemas.openxmlformats.org/officeDocument/2006/relationships/notesMaster" Target="/ppt/notesMasters/notesMaster1.xml" Id="R79eb03c5ad894e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84c70eefaf4efc" /><Relationship Type="http://schemas.openxmlformats.org/officeDocument/2006/relationships/notesMaster" Target="/ppt/notesMasters/notesMaster1.xml" Id="R2d9ad0cb2e7445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b94562ed484a90" /><Relationship Type="http://schemas.openxmlformats.org/officeDocument/2006/relationships/notesMaster" Target="/ppt/notesMasters/notesMaster1.xml" Id="R3bbf907b0b8b44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14b49b07e14d09" /><Relationship Type="http://schemas.openxmlformats.org/officeDocument/2006/relationships/notesMaster" Target="/ppt/notesMasters/notesMaster1.xml" Id="R6c90529eb2a246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81e07b483b45f3" /><Relationship Type="http://schemas.openxmlformats.org/officeDocument/2006/relationships/notesMaster" Target="/ppt/notesMasters/notesMaster1.xml" Id="Re11116ceae4b4f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5691eb30134ca3" /><Relationship Type="http://schemas.openxmlformats.org/officeDocument/2006/relationships/notesMaster" Target="/ppt/notesMasters/notesMaster1.xml" Id="Rb41111112b944e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28d370b0ab4051" /><Relationship Type="http://schemas.openxmlformats.org/officeDocument/2006/relationships/notesMaster" Target="/ppt/notesMasters/notesMaster1.xml" Id="R19207d31903041a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981f2a84514e6b" /><Relationship Type="http://schemas.openxmlformats.org/officeDocument/2006/relationships/notesMaster" Target="/ppt/notesMasters/notesMaster1.xml" Id="R3324f6ba8e9045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62cb8e85aa24ea6" /><Relationship Type="http://schemas.openxmlformats.org/officeDocument/2006/relationships/notesMaster" Target="/ppt/notesMasters/notesMaster1.xml" Id="R9905cecbb1104a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f530ca63f14bf0" /><Relationship Type="http://schemas.openxmlformats.org/officeDocument/2006/relationships/notesMaster" Target="/ppt/notesMasters/notesMaster1.xml" Id="R05823df1e8e544c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c068e794b6436d" /><Relationship Type="http://schemas.openxmlformats.org/officeDocument/2006/relationships/notesMaster" Target="/ppt/notesMasters/notesMaster1.xml" Id="R897b2281758e4d1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e2ad74e8651452e" /><Relationship Type="http://schemas.openxmlformats.org/officeDocument/2006/relationships/notesMaster" Target="/ppt/notesMasters/notesMaster1.xml" Id="R6e9760afb90749e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ec580254c6c4375" /><Relationship Type="http://schemas.openxmlformats.org/officeDocument/2006/relationships/notesMaster" Target="/ppt/notesMasters/notesMaster1.xml" Id="Rfa03f80bbb904bf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bf8ec955a4047c1" /><Relationship Type="http://schemas.openxmlformats.org/officeDocument/2006/relationships/notesMaster" Target="/ppt/notesMasters/notesMaster1.xml" Id="Reb7eb6efcd6d43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616bcd4bd54ec5" /><Relationship Type="http://schemas.openxmlformats.org/officeDocument/2006/relationships/image" Target="/ppt/media/image.jpeg" Id="R21880961087d47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51b80c78f40de" /><Relationship Type="http://schemas.openxmlformats.org/officeDocument/2006/relationships/image" Target="/ppt/media/image.png" Id="R88264b9352694d9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6802c94cbd4883" /><Relationship Type="http://schemas.openxmlformats.org/officeDocument/2006/relationships/image" Target="/ppt/media/image.jpeg" Id="Rd08f1bcb2bc741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300a01569e4870" /><Relationship Type="http://schemas.openxmlformats.org/officeDocument/2006/relationships/image" Target="/ppt/media/image.png" Id="Rfb49f91d5e3347a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72d07f928849cc" /><Relationship Type="http://schemas.openxmlformats.org/officeDocument/2006/relationships/image" Target="/ppt/media/image.png" Id="Rda43d2038d9d460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d5ba99fce14054" /><Relationship Type="http://schemas.openxmlformats.org/officeDocument/2006/relationships/image" Target="/ppt/media/image.png" Id="Rc3597c28d100402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b0b91eb3d4e5c" /><Relationship Type="http://schemas.openxmlformats.org/officeDocument/2006/relationships/image" Target="/ppt/media/image.png" Id="R919dc507715d408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8bdcce502404e" /><Relationship Type="http://schemas.openxmlformats.org/officeDocument/2006/relationships/image" Target="/ppt/media/image.jpeg" Id="Rd6ee212d124a4f1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c24b0a0b448e3" /><Relationship Type="http://schemas.openxmlformats.org/officeDocument/2006/relationships/image" Target="/ppt/media/image.png" Id="R093c528acf474e0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35273fd8ce47f7" /><Relationship Type="http://schemas.openxmlformats.org/officeDocument/2006/relationships/image" Target="/ppt/media/image.png" Id="R4d0c838a54d9431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e0c55bf504c98" /><Relationship Type="http://schemas.openxmlformats.org/officeDocument/2006/relationships/image" Target="/ppt/media/image.jpeg" Id="R7611d028806b479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5ae221c6984ab9" /><Relationship Type="http://schemas.openxmlformats.org/officeDocument/2006/relationships/image" Target="/ppt/media/image.png" Id="R0f5e250c131241d3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bf0ed88c0e4592" /><Relationship Type="http://schemas.openxmlformats.org/officeDocument/2006/relationships/image" Target="/ppt/media/image.png" Id="R0f87c5e2cc9949ec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e69d9d40d4013" /><Relationship Type="http://schemas.openxmlformats.org/officeDocument/2006/relationships/image" Target="/ppt/media/image.jpeg" Id="Ra7796dcb005f465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cfdafe7424959" /><Relationship Type="http://schemas.openxmlformats.org/officeDocument/2006/relationships/image" Target="/ppt/media/image.png" Id="R1210f1f725484c3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171de23b34926" /><Relationship Type="http://schemas.openxmlformats.org/officeDocument/2006/relationships/image" Target="/ppt/media/image.jpeg" Id="R05a4f2ed686e40fe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401dfff0a54972" /><Relationship Type="http://schemas.openxmlformats.org/officeDocument/2006/relationships/image" Target="/ppt/media/image.png" Id="Rdd47c25c73b447c4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580f5fbf4e48f9" /><Relationship Type="http://schemas.openxmlformats.org/officeDocument/2006/relationships/image" Target="/ppt/media/image.jpeg" Id="R315d506346214319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c86a376fb4691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1bf90d91534d4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f464db237e42b7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792b72d4e54703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ff40f4a19f4930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658461c9a4c03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c65873d174da0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602c0883c4045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346e7b5774d92" /></Relationships>
</file>

<file path=ppt/slideLayouts/slideLayout1.xml><?xml version="1.0" encoding="utf-8"?>
<p:sldLayout xmlns:p="http://schemas.openxmlformats.org/presentationml/2006/main" preserve="1" userDrawn="1">
  <p:cSld name="标题幻灯片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图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80961087d4709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37" name="标题 1">
            <a:extLst xmlns:a="http://schemas.openxmlformats.org/drawingml/2006/main">
              <a:ext uri="{FF2B5EF4-FFF2-40B4-BE49-F238E27FC236}">
                <a16:creationId xmlns:a16="http://schemas.microsoft.com/office/drawing/2014/main" id="{E54A5A05-F4ED-45DA-A38E-F2F8D6156F0B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157605" y="1861820"/>
            <a:ext cx="9876790" cy="17589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6000" b="1" i="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单击此处编辑作品名称</a:t>
            </a:r>
          </a:p>
        </p:txBody>
      </p:sp>
      <p:sp>
        <p:nvSpPr>
          <p:cNvPr id="38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690963D-DE39-40C3-8762-7C01A78A3E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39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AB139B27-57B3-47E4-97B4-C0FCCC6253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2BDFBE3-CA1D-44A2-B659-F87107C74C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4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3E54CDD2-EACE-4468-B71B-594C2F424E5A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5099050" y="4641215"/>
            <a:ext cx="3993515" cy="29019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编辑队伍名称 禁止出现学校和成员信息</a:t>
            </a:r>
          </a:p>
        </p:txBody>
      </p:sp>
      <p:sp>
        <p:nvSpPr>
          <p:cNvPr id="7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45A247F7-7C0D-4A45-9B28-5465607915BC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5099050" y="5077460"/>
            <a:ext cx="3992880" cy="29019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编辑完成日期 禁止出现学校和成员信息</a:t>
            </a:r>
          </a:p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0607D78B-3005-4AFE-A267-DC7A83F30257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3937218" y="4640664"/>
            <a:ext cx="1161805" cy="290369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参赛团队：</a:t>
            </a:r>
          </a:p>
        </p:txBody>
      </p:sp>
      <p:sp>
        <p:nvSpPr>
          <p:cNvPr id="54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64FB3D7C-B2A1-4178-A8ED-ABC2A24BCF30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3937218" y="5077480"/>
            <a:ext cx="1161805" cy="290371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完成日期：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80E8D4A-D5C1-428D-9B53-FF43CC5018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0B2044C5-C80B-43C4-BE0B-4592927D38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B7E0A942-44A0-461A-BD6C-97FE520721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107" name="标题 1">
            <a:extLst xmlns:a="http://schemas.openxmlformats.org/drawingml/2006/main">
              <a:ext uri="{FF2B5EF4-FFF2-40B4-BE49-F238E27FC236}">
                <a16:creationId xmlns:a16="http://schemas.microsoft.com/office/drawing/2014/main" id="{C4525A63-9FD1-4087-8B40-1F515776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740" y="3383508"/>
            <a:ext cx="3326176" cy="7075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4000">
                <a:solidFill>
                  <a:schemeClr val="tx2">
                    <a:lumMod val="20000"/>
                    <a:lumOff val="80000"/>
                    <a:alpha val="30000"/>
                  </a:schemeClr>
                </a:solidFill>
              </a:rPr>
              <a:t>CONTENTS</a:t>
            </a:r>
          </a:p>
        </p:txBody>
      </p:sp>
      <p:sp>
        <p:nvSpPr>
          <p:cNvPr id="112" name="标题 1">
            <a:extLst xmlns:a="http://schemas.openxmlformats.org/drawingml/2006/main">
              <a:ext uri="{FF2B5EF4-FFF2-40B4-BE49-F238E27FC236}">
                <a16:creationId xmlns:a16="http://schemas.microsoft.com/office/drawing/2014/main" id="{7064D953-EB01-4609-A709-4AE82483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475" y="2361991"/>
            <a:ext cx="4978706" cy="10215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6600">
                <a:solidFill>
                  <a:srgbClr val="080A12"/>
                </a:solidFill>
              </a:rPr>
              <a:t>目录</a:t>
            </a:r>
          </a:p>
        </p:txBody>
      </p:sp>
      <p:pic>
        <p:nvPicPr>
          <p:cNvPr id="119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64b9352694d9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f1bcb2bc74157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780EB9CD-295C-4839-A0C3-DD450D2874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2EC0769-FF38-4FD6-A67A-4C8F8EAA9D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7262EA0-35BE-4FE0-9FFE-813D08B284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28" name="标题 1">
            <a:extLst xmlns:a="http://schemas.openxmlformats.org/drawingml/2006/main">
              <a:ext uri="{FF2B5EF4-FFF2-40B4-BE49-F238E27FC236}">
                <a16:creationId xmlns:a16="http://schemas.microsoft.com/office/drawing/2014/main" id="{21AEE018-2039-43F2-996A-C642FFA1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591380"/>
            <a:ext cx="2661920" cy="8388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0000" tIns="45720" rIns="91440" bIns="45720" anchor="ctr">
            <a:sp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01</a:t>
            </a:r>
          </a:p>
        </p:txBody>
      </p:sp>
      <p:sp>
        <p:nvSpPr>
          <p:cNvPr id="29" name="文本占位符 17">
            <a:extLst xmlns:a="http://schemas.openxmlformats.org/drawingml/2006/main">
              <a:ext uri="{FF2B5EF4-FFF2-40B4-BE49-F238E27FC236}">
                <a16:creationId xmlns:a16="http://schemas.microsoft.com/office/drawing/2014/main" id="{508EF97E-851F-4E87-907E-75A7D6577E6B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192421" y="2453241"/>
            <a:ext cx="4304799" cy="1115113"/>
          </a:xfrm>
        </p:spPr>
        <p:txBody>
          <a:bodyPr xmlns:a="http://schemas.openxmlformats.org/drawingml/2006/main" lIns="90000" anchor="ctr">
            <a:noAutofit/>
          </a:bodyPr>
          <a:lstStyle xmlns:a="http://schemas.openxmlformats.org/drawingml/2006/main"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>
              <a:buNone/>
            </a:pPr>
            <a:r>
              <a:t>项目介绍</a:t>
            </a:r>
          </a:p>
        </p:txBody>
      </p:sp>
      <p:sp>
        <p:nvSpPr>
          <p:cNvPr id="42" name="文本占位符 41">
            <a:extLst xmlns:a="http://schemas.openxmlformats.org/drawingml/2006/main">
              <a:ext uri="{FF2B5EF4-FFF2-40B4-BE49-F238E27FC236}">
                <a16:creationId xmlns:a16="http://schemas.microsoft.com/office/drawing/2014/main" id="{265F42FA-A05E-4623-8B56-BA3295D6848F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2330450" y="3770630"/>
            <a:ext cx="7531100" cy="9721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 xmlns:a="http://schemas.openxmlformats.org/drawingml/2006/main"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2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D4DC05E8-7C27-4986-9104-DE7CFB0C0E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C29838C-740F-4451-AD3C-DE458E9784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3061341-EDD9-462E-90ED-8891A640FE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E535D576-9FDB-4FBA-89D8-6C982FC90A65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25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53463569-CE79-4A87-BA2E-EDBD56CA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F5879D14-8463-421E-883D-DEBD99728EE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1.1 设计背景</a:t>
            </a:r>
          </a:p>
        </p:txBody>
      </p:sp>
      <p:sp>
        <p:nvSpPr>
          <p:cNvPr id="8" name="任意多边形 7">
            <a:extLst xmlns:a="http://schemas.openxmlformats.org/drawingml/2006/main">
              <a:ext uri="{FF2B5EF4-FFF2-40B4-BE49-F238E27FC236}">
                <a16:creationId xmlns:a16="http://schemas.microsoft.com/office/drawing/2014/main" id="{6D41C189-4E60-4FC9-BEC4-55686158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34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9f91d5e3347a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preserve="1" userDrawn="1">
  <p:cSld name="3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F7340168-9887-439C-B5AF-D34D8858AD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2182D984-B207-48E6-B732-2AFE56A3D5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E36923A5-8BA8-41C3-9C09-04B7BDB6F5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8C80D501-7CB4-4B1D-B685-F1775B527726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EBE85B2E-89B0-4191-8FBA-A89DB770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2BBA953C-F31B-4B61-92A9-CD458EDA10E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1.2 设计目标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BB1919FA-39C7-43A4-9F88-A49D7717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43d2038d9d460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preserve="1" userDrawn="1">
  <p:cSld name="4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32E6123-9E91-4A06-9AA2-4657A40997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21743BF5-BBDF-4B9B-8B79-7F8B50D7D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9C91D1B-3621-46C1-B35A-E8B551335C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78C3B75F-18AF-4F63-A6C0-4C1A4110A4A9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FEAE09B5-6F45-4F2D-9578-1CE770C0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5F81F11B-2BB1-4F1A-95D1-6BFA40F5C10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1.3 设计简介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D0313A73-B2A5-41EA-ADB6-0354D22C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97c28d100402b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preserve="1" userDrawn="1">
  <p:cSld name="5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2880658-345C-41D5-8EB6-413984C3D6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1D3CF1A3-4E28-4230-866E-ADBFC1C975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F81E8582-3969-405D-9049-27B4D8249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F6F4D79E-A799-42B9-87BE-49D145EBE6D0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E12E0537-44AC-4EBA-9C4F-750E38BE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69075EE7-947B-4ECF-865B-404F924534D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1.4 作品原创性情况说明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8A8D5C3A-C36A-419D-A9DF-0E82822D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dc507715d408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preserve="1" userDrawn="1">
  <p:cSld name="6_仅标题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e212d124a4f1b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C76679AA-412B-4DD4-A261-4FBF29AAA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EFF5392B-8BBE-4E5A-8C1F-2B614FC7C9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6F93F5EA-1B98-4973-B642-09BC071EB6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14" name="标题 1">
            <a:extLst xmlns:a="http://schemas.openxmlformats.org/drawingml/2006/main">
              <a:ext uri="{FF2B5EF4-FFF2-40B4-BE49-F238E27FC236}">
                <a16:creationId xmlns:a16="http://schemas.microsoft.com/office/drawing/2014/main" id="{ECA103C0-8D18-45AD-A649-D9BA5135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591380"/>
            <a:ext cx="2661920" cy="8388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0000" tIns="45720" rIns="91440" bIns="45720" anchor="ctr">
            <a:sp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02</a:t>
            </a:r>
          </a:p>
        </p:txBody>
      </p:sp>
      <p:sp>
        <p:nvSpPr>
          <p:cNvPr id="15" name="文本占位符 17">
            <a:extLst xmlns:a="http://schemas.openxmlformats.org/drawingml/2006/main">
              <a:ext uri="{FF2B5EF4-FFF2-40B4-BE49-F238E27FC236}">
                <a16:creationId xmlns:a16="http://schemas.microsoft.com/office/drawing/2014/main" id="{ED99670B-9D5B-4C5C-A1D9-DD32AC83E806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192421" y="2453241"/>
            <a:ext cx="4304799" cy="1115113"/>
          </a:xfrm>
        </p:spPr>
        <p:txBody>
          <a:bodyPr xmlns:a="http://schemas.openxmlformats.org/drawingml/2006/main" lIns="90000" anchor="ctr">
            <a:noAutofit/>
          </a:bodyPr>
          <a:lstStyle xmlns:a="http://schemas.openxmlformats.org/drawingml/2006/main"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>
              <a:buNone/>
            </a:pPr>
            <a:r>
              <a:t>项目亮点</a:t>
            </a:r>
          </a:p>
        </p:txBody>
      </p:sp>
      <p:sp>
        <p:nvSpPr>
          <p:cNvPr id="17" name="文本占位符 16">
            <a:extLst xmlns:a="http://schemas.openxmlformats.org/drawingml/2006/main">
              <a:ext uri="{FF2B5EF4-FFF2-40B4-BE49-F238E27FC236}">
                <a16:creationId xmlns:a16="http://schemas.microsoft.com/office/drawing/2014/main" id="{E5E24849-E1ED-4A8E-9D2B-B25166DB1D8E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2330450" y="3770630"/>
            <a:ext cx="7531100" cy="9721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 xmlns:a="http://schemas.openxmlformats.org/drawingml/2006/main"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7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E29A075-0E6F-4CE1-8D3E-F550B60D65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F25D0C07-9AF7-400C-A1E9-AAEE4E5CC1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3ED8144C-0D8D-4F96-8EE4-BBC8CAA60A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1CB7253F-7D68-4DA5-ADD6-2EA8D5C31615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D33BAFB7-A7D1-4A91-8A93-3184A6C1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B0FEB687-EB44-4178-AD2D-0FB09F0E1E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2.1 功能亮点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B88DB26F-3BB0-4EFB-939E-B2227820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c528acf474e0d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preserve="1" userDrawn="1">
  <p:cSld name="8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64D6A78F-CAB9-4D0F-89AB-581C3CD0B7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7628D706-C916-41C7-B408-8B0B549CF8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65619111-ACDF-41F3-9029-29D0EA992A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D31B0D69-4C38-44A2-8C69-7F6B41A04180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D0EB12F8-CBAC-42FC-84EF-8D4B4A31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EE24670B-4996-4E4F-B722-2CC96F2D6A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2.2 XX亮点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10D6D61D-886C-4C05-9A9F-898A630D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c838a54d9431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preserve="1" userDrawn="1">
  <p:cSld name="9_仅标题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1d028806b4797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标题 1">
            <a:extLst xmlns:a="http://schemas.openxmlformats.org/drawingml/2006/main">
              <a:ext uri="{FF2B5EF4-FFF2-40B4-BE49-F238E27FC236}">
                <a16:creationId xmlns:a16="http://schemas.microsoft.com/office/drawing/2014/main" id="{3AB1E4C2-9925-4E21-864F-38C7363E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591380"/>
            <a:ext cx="2661920" cy="8388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0000" tIns="45720" rIns="91440" bIns="45720" anchor="ctr">
            <a:sp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03</a:t>
            </a:r>
          </a:p>
        </p:txBody>
      </p:sp>
      <p:sp>
        <p:nvSpPr>
          <p:cNvPr id="16" name="文本占位符 17">
            <a:extLst xmlns:a="http://schemas.openxmlformats.org/drawingml/2006/main">
              <a:ext uri="{FF2B5EF4-FFF2-40B4-BE49-F238E27FC236}">
                <a16:creationId xmlns:a16="http://schemas.microsoft.com/office/drawing/2014/main" id="{3B5CF9B3-A81D-4B16-B024-33074A8B71AB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192421" y="2453241"/>
            <a:ext cx="4304799" cy="1115113"/>
          </a:xfrm>
        </p:spPr>
        <p:txBody>
          <a:bodyPr xmlns:a="http://schemas.openxmlformats.org/drawingml/2006/main" lIns="90000" anchor="ctr">
            <a:noAutofit/>
          </a:bodyPr>
          <a:lstStyle xmlns:a="http://schemas.openxmlformats.org/drawingml/2006/main"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>
              <a:buNone/>
            </a:pPr>
            <a:r>
              <a:t>技术难点</a:t>
            </a:r>
          </a:p>
        </p:txBody>
      </p:sp>
      <p:sp>
        <p:nvSpPr>
          <p:cNvPr id="17" name="文本占位符 16">
            <a:extLst xmlns:a="http://schemas.openxmlformats.org/drawingml/2006/main">
              <a:ext uri="{FF2B5EF4-FFF2-40B4-BE49-F238E27FC236}">
                <a16:creationId xmlns:a16="http://schemas.microsoft.com/office/drawing/2014/main" id="{F5D175BE-E5D0-4C6F-95A4-E9749EF0FE28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2330450" y="3770630"/>
            <a:ext cx="7531100" cy="9721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 xmlns:a="http://schemas.openxmlformats.org/drawingml/2006/main"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10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7A0F2E29-98BE-49F0-9477-71E85AD3BE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526B4D2E-59F6-4482-A939-A57E4A9F84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F598B765-B82A-4864-B94A-2777421703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F2C00A8C-3153-43E6-AD0A-4267A0AFC845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210483D5-89F1-47EA-96A6-F6FD6424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7482950A-7AE8-4110-9CD5-D3DAFED0D56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3.1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2D0747D6-92D3-4876-A5C0-9922F437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e250c131241d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3.xml><?xml version="1.0" encoding="utf-8"?>
<p:sldLayout xmlns:p="http://schemas.openxmlformats.org/presentationml/2006/main" preserve="1" userDrawn="1">
  <p:cSld name="11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32045554-CBAD-43A1-A562-896ED33B86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E1C3AB1-7393-4925-9D23-4F4AF337D0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D40B8643-8037-4002-92C4-2A916691C9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A562C941-6477-4D4B-A2C0-6BFD0AEF712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DAE6F3A2-483E-4DC5-8162-2DF84101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42A718FE-8BF0-49B8-8324-5C3AAE8E479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3.2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D325A4D6-94FB-43BE-A609-79B2947D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7c5e2cc9949ec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4.xml><?xml version="1.0" encoding="utf-8"?>
<p:sldLayout xmlns:p="http://schemas.openxmlformats.org/presentationml/2006/main" preserve="1" userDrawn="1">
  <p:cSld name="12_仅标题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96dcb005f465e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标题 1">
            <a:extLst xmlns:a="http://schemas.openxmlformats.org/drawingml/2006/main">
              <a:ext uri="{FF2B5EF4-FFF2-40B4-BE49-F238E27FC236}">
                <a16:creationId xmlns:a16="http://schemas.microsoft.com/office/drawing/2014/main" id="{F2D558E6-59EC-4FC0-8506-FB835BE5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591380"/>
            <a:ext cx="2661920" cy="8388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0000" tIns="45720" rIns="91440" bIns="45720" anchor="ctr">
            <a:sp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04</a:t>
            </a:r>
          </a:p>
        </p:txBody>
      </p:sp>
      <p:sp>
        <p:nvSpPr>
          <p:cNvPr id="16" name="文本占位符 17">
            <a:extLst xmlns:a="http://schemas.openxmlformats.org/drawingml/2006/main">
              <a:ext uri="{FF2B5EF4-FFF2-40B4-BE49-F238E27FC236}">
                <a16:creationId xmlns:a16="http://schemas.microsoft.com/office/drawing/2014/main" id="{DE613D66-CF2C-4948-8B19-D2B363AA2B08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192421" y="2453241"/>
            <a:ext cx="4304799" cy="1115113"/>
          </a:xfrm>
        </p:spPr>
        <p:txBody>
          <a:bodyPr xmlns:a="http://schemas.openxmlformats.org/drawingml/2006/main" lIns="90000" anchor="ctr">
            <a:noAutofit/>
          </a:bodyPr>
          <a:lstStyle xmlns:a="http://schemas.openxmlformats.org/drawingml/2006/main"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>
              <a:buNone/>
            </a:pPr>
            <a:r>
              <a:t>项目测试</a:t>
            </a:r>
          </a:p>
        </p:txBody>
      </p:sp>
      <p:sp>
        <p:nvSpPr>
          <p:cNvPr id="17" name="文本占位符 16">
            <a:extLst xmlns:a="http://schemas.openxmlformats.org/drawingml/2006/main">
              <a:ext uri="{FF2B5EF4-FFF2-40B4-BE49-F238E27FC236}">
                <a16:creationId xmlns:a16="http://schemas.microsoft.com/office/drawing/2014/main" id="{4EAA562E-2A29-48A6-A67F-D5071913EA8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2330450" y="3770630"/>
            <a:ext cx="7531100" cy="9721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 xmlns:a="http://schemas.openxmlformats.org/drawingml/2006/main"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3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518AFBA0-84A6-4A90-B833-E2B493E889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C93710D3-0ED4-4BA4-BB04-4E3832C66CD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9AC488F4-1902-4BFB-8828-D0C27C9AC7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FB02BBE7-3646-41F1-8002-2B9B33BA8E10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529218" y="1445886"/>
            <a:ext cx="11133563" cy="462202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2pPr>
            <a:lvl3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3pPr>
            <a:lvl4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4pPr>
            <a:lvl5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7FE64B69-8BEC-49CA-9B35-50FD1B00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060FDA80-BE29-4AED-A5BD-E5A5B5A81D7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4.1 项目测试结果说明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FAA19222-0385-4092-AD59-88269D33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0f1f725484c3f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6.xml><?xml version="1.0" encoding="utf-8"?>
<p:sldLayout xmlns:p="http://schemas.openxmlformats.org/presentationml/2006/main" preserve="1" userDrawn="1">
  <p:cSld name="14_仅标题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4f2ed686e40fe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52679EC5-C520-436B-A955-206CF5D0B3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0A4B4B6-70DF-4085-B59A-4778AD82E3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B5EEAC1A-C4E0-422D-896B-714AE59EC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15" name="标题 1">
            <a:extLst xmlns:a="http://schemas.openxmlformats.org/drawingml/2006/main">
              <a:ext uri="{FF2B5EF4-FFF2-40B4-BE49-F238E27FC236}">
                <a16:creationId xmlns:a16="http://schemas.microsoft.com/office/drawing/2014/main" id="{4D691CCE-918E-471A-8E7B-F6ED941E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591380"/>
            <a:ext cx="2661920" cy="8388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0000" tIns="45720" rIns="91440" bIns="45720" anchor="ctr">
            <a:spAutoFit/>
          </a:bodyPr>
          <a:lstStyle xmlns:a="http://schemas.openxmlformats.org/drawingml/2006/main"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8800" b="1" kern="1200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r">
              <a:buNone/>
            </a:pPr>
            <a:r>
              <a:rPr sz="5400" b="1" cap="none">
                <a:ln w="6600">
                  <a:noFill/>
                  <a:prstDash val="solid"/>
                </a:ln>
                <a:solidFill>
                  <a:schemeClr val="bg1"/>
                </a:solidFill>
              </a:rPr>
              <a:t>Part 05</a:t>
            </a:r>
          </a:p>
        </p:txBody>
      </p:sp>
      <p:sp>
        <p:nvSpPr>
          <p:cNvPr id="16" name="文本占位符 17">
            <a:extLst xmlns:a="http://schemas.openxmlformats.org/drawingml/2006/main">
              <a:ext uri="{FF2B5EF4-FFF2-40B4-BE49-F238E27FC236}">
                <a16:creationId xmlns:a16="http://schemas.microsoft.com/office/drawing/2014/main" id="{A141DE2D-8A30-48B8-9F2D-651E3D7B4788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192421" y="2453241"/>
            <a:ext cx="4304799" cy="1115113"/>
          </a:xfrm>
        </p:spPr>
        <p:txBody>
          <a:bodyPr xmlns:a="http://schemas.openxmlformats.org/drawingml/2006/main" lIns="90000" anchor="ctr">
            <a:noAutofit/>
          </a:bodyPr>
          <a:lstStyle xmlns:a="http://schemas.openxmlformats.org/drawingml/2006/main">
            <a:lvl1pPr marL="0" indent="0" algn="l">
              <a:buNone/>
              <a:defRPr sz="6600" b="1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>
              <a:buNone/>
            </a:pPr>
            <a:r>
              <a:t>作品演示</a:t>
            </a:r>
          </a:p>
        </p:txBody>
      </p:sp>
      <p:sp>
        <p:nvSpPr>
          <p:cNvPr id="17" name="文本占位符 16">
            <a:extLst xmlns:a="http://schemas.openxmlformats.org/drawingml/2006/main">
              <a:ext uri="{FF2B5EF4-FFF2-40B4-BE49-F238E27FC236}">
                <a16:creationId xmlns:a16="http://schemas.microsoft.com/office/drawing/2014/main" id="{F683A896-B86A-4BA6-B291-2CFF2165A83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2330450" y="3770630"/>
            <a:ext cx="7531100" cy="97218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r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 xmlns:a="http://schemas.openxmlformats.org/drawingml/2006/main">
            <a:pPr>
              <a:buNone/>
            </a:pPr>
            <a:r>
              <a:t>单击编辑文本，文字是您思想的提炼，为了最终演示的良好效果，请尽量言简意赅的阐述观点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15_仅标题">
    <p:bg>
      <p:bgPr>
        <a:solidFill xmlns:a="http://schemas.openxmlformats.org/drawingml/2006/main">
          <a:srgbClr val="F0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FA2FDC90-432E-44A2-8E7C-81B7B3E2ED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F298B7D2-B185-42BF-83C7-B9A44A1521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7B6BD49-DC8C-4661-983B-8C3AFA9566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6" name="媒体占位符 5">
            <a:extLst xmlns:a="http://schemas.openxmlformats.org/drawingml/2006/main">
              <a:ext uri="{FF2B5EF4-FFF2-40B4-BE49-F238E27FC236}">
                <a16:creationId xmlns:a16="http://schemas.microsoft.com/office/drawing/2014/main" id="{D836D8BB-AEC0-4AB3-BFBD-D622E98604B4}"/>
              </a:ext>
            </a:extLst>
          </p:cNvPr>
          <p:cNvSpPr>
            <a:spLocks xmlns:a="http://schemas.openxmlformats.org/drawingml/2006/main" noGrp="1"/>
          </p:cNvSpPr>
          <p:nvPr>
            <p:ph type="media" idx="15"/>
          </p:nvPr>
        </p:nvSpPr>
        <p:spPr>
          <a:xfrm xmlns:a="http://schemas.openxmlformats.org/drawingml/2006/main">
            <a:off x="529218" y="1419861"/>
            <a:ext cx="11133563" cy="4648052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b="0" i="0">
                <a:solidFill>
                  <a:srgbClr val="090509"/>
                </a:solidFill>
                <a:latin typeface="+mn-ea"/>
                <a:ea typeface="+mn-ea"/>
                <a:cs typeface="+mn-ea"/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8" name="任意形状 24">
            <a:extLst xmlns:a="http://schemas.openxmlformats.org/drawingml/2006/main">
              <a:ext uri="{FF2B5EF4-FFF2-40B4-BE49-F238E27FC236}">
                <a16:creationId xmlns:a16="http://schemas.microsoft.com/office/drawing/2014/main" id="{1350CD9D-8D49-488E-864B-C82DD529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6533215"/>
            <a:ext cx="12192553" cy="214286"/>
          </a:xfrm>
          <a:custGeom xmlns:a="http://schemas.openxmlformats.org/drawingml/2006/main">
            <a:gdLst>
              <a:gd name="connsiteX0" fmla="*/ 12080953 w 12192553"/>
              <a:gd name="connsiteY0" fmla="*/ 0 h 214286"/>
              <a:gd name="connsiteX1" fmla="*/ 12192553 w 12192553"/>
              <a:gd name="connsiteY1" fmla="*/ 0 h 214286"/>
              <a:gd name="connsiteX2" fmla="*/ 12192553 w 12192553"/>
              <a:gd name="connsiteY2" fmla="*/ 214286 h 214286"/>
              <a:gd name="connsiteX3" fmla="*/ 12080953 w 12192553"/>
              <a:gd name="connsiteY3" fmla="*/ 214286 h 214286"/>
              <a:gd name="connsiteX4" fmla="*/ 11883483 w 12192553"/>
              <a:gd name="connsiteY4" fmla="*/ 0 h 214286"/>
              <a:gd name="connsiteX5" fmla="*/ 11995083 w 12192553"/>
              <a:gd name="connsiteY5" fmla="*/ 0 h 214286"/>
              <a:gd name="connsiteX6" fmla="*/ 11995083 w 12192553"/>
              <a:gd name="connsiteY6" fmla="*/ 214286 h 214286"/>
              <a:gd name="connsiteX7" fmla="*/ 11883483 w 12192553"/>
              <a:gd name="connsiteY7" fmla="*/ 214286 h 214286"/>
              <a:gd name="connsiteX8" fmla="*/ 11686013 w 12192553"/>
              <a:gd name="connsiteY8" fmla="*/ 0 h 214286"/>
              <a:gd name="connsiteX9" fmla="*/ 11797613 w 12192553"/>
              <a:gd name="connsiteY9" fmla="*/ 0 h 214286"/>
              <a:gd name="connsiteX10" fmla="*/ 11797613 w 12192553"/>
              <a:gd name="connsiteY10" fmla="*/ 214286 h 214286"/>
              <a:gd name="connsiteX11" fmla="*/ 11686013 w 12192553"/>
              <a:gd name="connsiteY11" fmla="*/ 214286 h 214286"/>
              <a:gd name="connsiteX12" fmla="*/ 0 w 12192553"/>
              <a:gd name="connsiteY12" fmla="*/ 0 h 214286"/>
              <a:gd name="connsiteX13" fmla="*/ 11588399 w 12192553"/>
              <a:gd name="connsiteY13" fmla="*/ 0 h 214286"/>
              <a:gd name="connsiteX14" fmla="*/ 11588399 w 12192553"/>
              <a:gd name="connsiteY14" fmla="*/ 214286 h 214286"/>
              <a:gd name="connsiteX15" fmla="*/ 0 w 12192553"/>
              <a:gd name="connsiteY15" fmla="*/ 214286 h 214286"/>
            </a:gdLst>
            <a:rect l="l" t="t" r="r" b="b"/>
            <a:pathLst>
              <a:path w="12192553" h="214286">
                <a:moveTo>
                  <a:pt x="12080953" y="0"/>
                </a:moveTo>
                <a:lnTo>
                  <a:pt x="12192553" y="0"/>
                </a:lnTo>
                <a:lnTo>
                  <a:pt x="12192553" y="214286"/>
                </a:lnTo>
                <a:lnTo>
                  <a:pt x="12080953" y="214286"/>
                </a:lnTo>
                <a:close/>
                <a:moveTo>
                  <a:pt x="11883483" y="0"/>
                </a:moveTo>
                <a:lnTo>
                  <a:pt x="11995083" y="0"/>
                </a:lnTo>
                <a:lnTo>
                  <a:pt x="11995083" y="214286"/>
                </a:lnTo>
                <a:lnTo>
                  <a:pt x="11883483" y="214286"/>
                </a:lnTo>
                <a:close/>
                <a:moveTo>
                  <a:pt x="11686013" y="0"/>
                </a:moveTo>
                <a:lnTo>
                  <a:pt x="11797613" y="0"/>
                </a:lnTo>
                <a:lnTo>
                  <a:pt x="11797613" y="214286"/>
                </a:lnTo>
                <a:lnTo>
                  <a:pt x="11686013" y="214286"/>
                </a:lnTo>
                <a:close/>
                <a:moveTo>
                  <a:pt x="0" y="0"/>
                </a:moveTo>
                <a:lnTo>
                  <a:pt x="11588399" y="0"/>
                </a:lnTo>
                <a:lnTo>
                  <a:pt x="11588399" y="214286"/>
                </a:lnTo>
                <a:lnTo>
                  <a:pt x="0" y="214286"/>
                </a:lnTo>
                <a:close/>
              </a:path>
            </a:pathLst>
          </a:custGeom>
          <a:gradFill xmlns:a="http://schemas.openxmlformats.org/drawingml/2006/main">
            <a:gsLst>
              <a:gs pos="100000">
                <a:srgbClr val="642FFF"/>
              </a:gs>
              <a:gs pos="0">
                <a:srgbClr val="254FEB"/>
              </a:gs>
            </a:gsLst>
            <a:lin ang="108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标题 11">
            <a:extLst xmlns:a="http://schemas.openxmlformats.org/drawingml/2006/main">
              <a:ext uri="{FF2B5EF4-FFF2-40B4-BE49-F238E27FC236}">
                <a16:creationId xmlns:a16="http://schemas.microsoft.com/office/drawing/2014/main" id="{6093A874-6A63-4F44-8FE8-E471C96F6AD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600" b="1">
                <a:solidFill>
                  <a:srgbClr val="254FEB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5.1 作品演示播放</a:t>
            </a:r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376FE16A-87E3-4903-BB21-CCC15125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" y="1022985"/>
            <a:ext cx="793750" cy="78105"/>
          </a:xfrm>
          <a:custGeom xmlns:a="http://schemas.openxmlformats.org/drawingml/2006/main">
            <a:gdLst>
              <a:gd name="adj" fmla="val 84552"/>
              <a:gd name="maxAdj" fmla="*/ 100000 w ss"/>
              <a:gd name="a" fmla="pin 0 adj maxAdj"/>
              <a:gd name="x1" fmla="*/ ss a 200000"/>
              <a:gd name="x2" fmla="*/ ss a 100000"/>
              <a:gd name="x6" fmla="+- r 0 x1"/>
              <a:gd name="x5" fmla="+- r 0 x2"/>
              <a:gd name="x3" fmla="*/ x5 1 2"/>
              <a:gd name="x4" fmla="+- r 0 x3"/>
              <a:gd name="il" fmla="*/ wd2 a maxAdj"/>
              <a:gd name="q1" fmla="*/ 5 a maxAdj"/>
              <a:gd name="q2" fmla="+/ 1 q1 12"/>
              <a:gd name="il-1" fmla="*/ q2 w 1"/>
              <a:gd name="it" fmla="*/ q2 h 1"/>
              <a:gd name="ir" fmla="+- r 0 il-1"/>
              <a:gd name="ib" fmla="+- b 0 it"/>
              <a:gd name="q3" fmla="*/ h hc x2"/>
              <a:gd name="y1" fmla="pin 0 q3 h"/>
              <a:gd name="y2" fmla="+- b 0 y1"/>
            </a:gdLst>
            <a:rect l="l" t="t" r="r" b="b"/>
            <a:pathLst>
              <a:path w="1250" h="123">
                <a:moveTo>
                  <a:pt x="0" y="123"/>
                </a:moveTo>
                <a:lnTo>
                  <a:pt x="104" y="0"/>
                </a:lnTo>
                <a:lnTo>
                  <a:pt x="218" y="0"/>
                </a:lnTo>
                <a:lnTo>
                  <a:pt x="114" y="123"/>
                </a:lnTo>
                <a:lnTo>
                  <a:pt x="0" y="123"/>
                </a:lnTo>
                <a:close/>
                <a:moveTo>
                  <a:pt x="172" y="123"/>
                </a:moveTo>
                <a:lnTo>
                  <a:pt x="276" y="0"/>
                </a:lnTo>
                <a:lnTo>
                  <a:pt x="390" y="0"/>
                </a:lnTo>
                <a:lnTo>
                  <a:pt x="286" y="123"/>
                </a:lnTo>
                <a:lnTo>
                  <a:pt x="172" y="123"/>
                </a:lnTo>
                <a:close/>
                <a:moveTo>
                  <a:pt x="344" y="123"/>
                </a:moveTo>
                <a:lnTo>
                  <a:pt x="448" y="0"/>
                </a:lnTo>
                <a:lnTo>
                  <a:pt x="562" y="0"/>
                </a:lnTo>
                <a:lnTo>
                  <a:pt x="458" y="123"/>
                </a:lnTo>
                <a:lnTo>
                  <a:pt x="344" y="123"/>
                </a:lnTo>
                <a:close/>
                <a:moveTo>
                  <a:pt x="516" y="123"/>
                </a:moveTo>
                <a:lnTo>
                  <a:pt x="620" y="0"/>
                </a:lnTo>
                <a:lnTo>
                  <a:pt x="734" y="0"/>
                </a:lnTo>
                <a:lnTo>
                  <a:pt x="630" y="123"/>
                </a:lnTo>
                <a:lnTo>
                  <a:pt x="516" y="123"/>
                </a:lnTo>
                <a:close/>
                <a:moveTo>
                  <a:pt x="688" y="123"/>
                </a:moveTo>
                <a:lnTo>
                  <a:pt x="792" y="0"/>
                </a:lnTo>
                <a:lnTo>
                  <a:pt x="906" y="0"/>
                </a:lnTo>
                <a:lnTo>
                  <a:pt x="802" y="123"/>
                </a:lnTo>
                <a:lnTo>
                  <a:pt x="688" y="123"/>
                </a:lnTo>
                <a:close/>
                <a:moveTo>
                  <a:pt x="860" y="123"/>
                </a:moveTo>
                <a:lnTo>
                  <a:pt x="964" y="0"/>
                </a:lnTo>
                <a:lnTo>
                  <a:pt x="1078" y="0"/>
                </a:lnTo>
                <a:lnTo>
                  <a:pt x="974" y="123"/>
                </a:lnTo>
                <a:lnTo>
                  <a:pt x="860" y="123"/>
                </a:lnTo>
                <a:close/>
                <a:moveTo>
                  <a:pt x="1032" y="123"/>
                </a:moveTo>
                <a:lnTo>
                  <a:pt x="1136" y="0"/>
                </a:lnTo>
                <a:lnTo>
                  <a:pt x="1250" y="0"/>
                </a:lnTo>
                <a:lnTo>
                  <a:pt x="1146" y="123"/>
                </a:lnTo>
                <a:lnTo>
                  <a:pt x="1032" y="123"/>
                </a:lnTo>
                <a:close/>
              </a:path>
            </a:pathLst>
          </a:custGeom>
          <a:gradFill xmlns:a="http://schemas.openxmlformats.org/drawingml/2006/main">
            <a:gsLst>
              <a:gs pos="29000">
                <a:srgbClr val="254FEB"/>
              </a:gs>
              <a:gs pos="100000">
                <a:srgbClr val="254FEB">
                  <a:alpha val="0"/>
                </a:srgbClr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7c25c73b447c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5705" y="137795"/>
            <a:ext cx="3376291" cy="59760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8.xml><?xml version="1.0" encoding="utf-8"?>
<p:sldLayout xmlns:p="http://schemas.openxmlformats.org/presentationml/2006/main" preserve="1" userDrawn="1">
  <p:cSld name="2_标题幻灯片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图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d506346214319"/>
          <a:srcRect xmlns:a="http://schemas.openxmlformats.org/drawingml/2006/main" l="5" t="0" r="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12190730" cy="6858000"/>
          </a:xfrm>
          <a:prstGeom xmlns:a="http://schemas.openxmlformats.org/drawingml/2006/main" prst="rect">
            <a:avLst/>
          </a:prstGeom>
        </p:spPr>
      </p:pic>
      <p:sp>
        <p:nvSpPr>
          <p:cNvPr id="37" name="标题 1">
            <a:extLst xmlns:a="http://schemas.openxmlformats.org/drawingml/2006/main">
              <a:ext uri="{FF2B5EF4-FFF2-40B4-BE49-F238E27FC236}">
                <a16:creationId xmlns:a16="http://schemas.microsoft.com/office/drawing/2014/main" id="{1B832D11-6772-4337-8950-FFB80F554C2E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157605" y="1861820"/>
            <a:ext cx="9876790" cy="17589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buNone/>
              <a:defRPr sz="6000" b="1" i="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单击此处编辑结束语</a:t>
            </a:r>
          </a:p>
        </p:txBody>
      </p:sp>
      <p:sp>
        <p:nvSpPr>
          <p:cNvPr id="38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6E7C3D3-F5CB-49E2-BF10-DEB42373A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39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3ADCA09-5233-4228-8A7B-816DA4ADF9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FF338B-7958-49C2-867C-4F9E4EDFFC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  <p:sp>
        <p:nvSpPr>
          <p:cNvPr id="4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DF0406DF-BD59-41D4-9458-B4B8A8E83D00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5099050" y="4641215"/>
            <a:ext cx="3866515" cy="29019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编辑队伍名称 禁止出现学校和成员信息</a:t>
            </a:r>
          </a:p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4538A81F-A7A7-4AD7-9770-3BDDA23D9A25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5099050" y="5077460"/>
            <a:ext cx="3866515" cy="29019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编辑完成日期 禁止出现学校和成员信息</a:t>
            </a:r>
          </a:p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4ACF42D5-958F-411F-A9A8-B4C884921508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3937218" y="4640664"/>
            <a:ext cx="1161805" cy="290369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参赛团队：</a:t>
            </a:r>
          </a:p>
        </p:txBody>
      </p:sp>
      <p:sp>
        <p:nvSpPr>
          <p:cNvPr id="54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BAC39844-A878-44D9-A5BF-47669096F9FB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3937218" y="5077480"/>
            <a:ext cx="1161805" cy="290371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buNone/>
              <a:defRPr sz="1600" b="0" i="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>
              <a:buNone/>
              <a:defRPr sz="2000">
                <a:latin typeface="+mj-ea"/>
                <a:ea typeface="+mj-ea"/>
                <a:cs typeface="+mj-ea"/>
              </a:defRPr>
            </a:lvl2pPr>
            <a:lvl3pPr>
              <a:buNone/>
              <a:defRPr sz="2000">
                <a:latin typeface="+mj-ea"/>
                <a:ea typeface="+mj-ea"/>
                <a:cs typeface="+mj-ea"/>
              </a:defRPr>
            </a:lvl3pPr>
            <a:lvl4pPr>
              <a:buNone/>
              <a:defRPr sz="2000">
                <a:latin typeface="+mj-ea"/>
                <a:ea typeface="+mj-ea"/>
                <a:cs typeface="+mj-ea"/>
              </a:defRPr>
            </a:lvl4pPr>
            <a:lvl5pPr>
              <a:buNone/>
              <a:defRPr sz="2000">
                <a:latin typeface="+mj-ea"/>
                <a:ea typeface="+mj-ea"/>
                <a:cs typeface="+mj-ea"/>
              </a:defRPr>
            </a:lvl5pPr>
          </a:lstStyle>
          <a:p xmlns:a="http://schemas.openxmlformats.org/drawingml/2006/main">
            <a:pPr>
              <a:buNone/>
            </a:pPr>
            <a:r>
              <a:t>完成日期：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4EEC077-E4D7-45FB-96BD-FC685853CB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54B821ED-B080-495A-B7EB-812FCC38ED3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5EACB9A-C4F2-45AE-9569-6E3E134F0D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6CF0B07D-37F5-4B85-9728-794774FBDE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5C58AE4-273B-4AAB-B019-B06926C756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FDBF675-5472-462C-B453-924F5E1BEA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B062D66-0F04-481D-B18A-3640E75509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0364C40-74F7-4E58-B8C6-54BE83AD48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A5F500D9-4EE8-4708-9A2F-EC72757C4F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912560C-B012-45EF-8BE4-E2B1D82DC8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457E1BE-B8C8-4C8C-B6BE-68303848B5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A38ACEE3-5F80-401D-8370-FA82A190D2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0D38E15F-D781-4986-A2AC-BEC345E12E0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AC774055-7F46-424D-8B51-715166BEB4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4D4501A8-ACDB-4ED8-9844-5EE1BD20F7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BD6657D5-38C0-4D4E-A7D7-C4C3480445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480626C-A68E-40D0-944C-DC4009732B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38E72B6-10D0-401C-B6F3-2C71FF57D7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817E81C9-6980-420A-8102-22CABCEAAD8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10FAACA1-1377-43E1-941A-3DD1835933D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3B99E6B7-00D6-4022-ADE0-E5584F65743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554E58F7-A8CE-4B4F-BE1B-0AA66A8B04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285F2F55-97AD-455A-8607-87E01E4158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52FDCA12-5529-4D85-8399-1CC239208F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4EE30E84-6E6C-4958-B328-40601275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E146DC38-734D-43D2-847B-6325FA26C7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0B3AB5B1-08FE-4AC0-943F-3333BD746E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979B9BE-6716-4A52-849B-DC21C2D2DA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E9AC096-E6EE-4363-83CC-B040D86945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0ED99EF2-767B-4DF6-AB78-6A4C6F08E6A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F404696F-F0E1-4262-AC3D-299AFB5C79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EEC1BC55-685C-43C3-8BDD-B57CF6D7CF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D6939447-E6EE-48D1-BA2E-E195CA5302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E1037E1-034B-4A85-B860-524999FFAF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6B4CEB1C-DA81-4158-BF70-2ED839EF947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6178D54F-562D-4F34-99F3-76A915D1248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2DEF9DB1-08F4-4C0B-8344-54782A9219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E0B9C5B-93D7-4E75-BD0E-90B7036AB9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67B86E5B-DDE7-4C6F-A685-58951104DA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ABAD701-D520-4970-9210-01A8B63786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C10C995B-3710-4B6A-B098-30A3F864BD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81E76394-D217-4C25-AAA2-C6C89288F6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C99D817-EE78-4EBC-A8AA-55779C82D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0CB34BE-903D-4E12-9A89-E6866A36BB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8F042EFD-84BB-453F-812E-3E235FA431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2B5D7CC5-D25C-4EA8-9F6D-FE4EA71DAA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0A4A1C8-C7C0-41E7-9CC1-A01CAED9E1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566BF7F-C1DC-48F8-8744-27F44D2BAD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04DAB12-E93B-4588-9170-3FF0CAD2B9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1cdbae146049de" /><Relationship Type="http://schemas.openxmlformats.org/officeDocument/2006/relationships/slideLayout" Target="/ppt/slideLayouts/slideLayout1.xml" Id="R0e5651d0e8ad4012" /><Relationship Type="http://schemas.openxmlformats.org/officeDocument/2006/relationships/slideLayout" Target="/ppt/slideLayouts/slideLayout2.xml" Id="R65f29bd20e6c48b0" /><Relationship Type="http://schemas.openxmlformats.org/officeDocument/2006/relationships/slideLayout" Target="/ppt/slideLayouts/slideLayout3.xml" Id="R7490d088d86f422f" /><Relationship Type="http://schemas.openxmlformats.org/officeDocument/2006/relationships/slideLayout" Target="/ppt/slideLayouts/slideLayout4.xml" Id="Rac71a73664b141fc" /><Relationship Type="http://schemas.openxmlformats.org/officeDocument/2006/relationships/slideLayout" Target="/ppt/slideLayouts/slideLayout5.xml" Id="Rccb4f36b5b33474c" /><Relationship Type="http://schemas.openxmlformats.org/officeDocument/2006/relationships/slideLayout" Target="/ppt/slideLayouts/slideLayout6.xml" Id="R64dd936768884555" /><Relationship Type="http://schemas.openxmlformats.org/officeDocument/2006/relationships/slideLayout" Target="/ppt/slideLayouts/slideLayout7.xml" Id="R4d77f4ee8b51449f" /><Relationship Type="http://schemas.openxmlformats.org/officeDocument/2006/relationships/slideLayout" Target="/ppt/slideLayouts/slideLayout8.xml" Id="R328c5ce2bdee4ab6" /><Relationship Type="http://schemas.openxmlformats.org/officeDocument/2006/relationships/slideLayout" Target="/ppt/slideLayouts/slideLayout9.xml" Id="R7a78ecbe94df4d29" /><Relationship Type="http://schemas.openxmlformats.org/officeDocument/2006/relationships/slideLayout" Target="/ppt/slideLayouts/slideLayout10.xml" Id="R3987a6e3da5f4e37" /><Relationship Type="http://schemas.openxmlformats.org/officeDocument/2006/relationships/slideLayout" Target="/ppt/slideLayouts/slideLayout11.xml" Id="Rde1b8ee46d194406" /><Relationship Type="http://schemas.openxmlformats.org/officeDocument/2006/relationships/slideLayout" Target="/ppt/slideLayouts/slideLayout12.xml" Id="Ra25a3075169c46dd" /><Relationship Type="http://schemas.openxmlformats.org/officeDocument/2006/relationships/slideLayout" Target="/ppt/slideLayouts/slideLayout13.xml" Id="R2b6cfaa008a649a0" /><Relationship Type="http://schemas.openxmlformats.org/officeDocument/2006/relationships/slideLayout" Target="/ppt/slideLayouts/slideLayout14.xml" Id="R9a283c98f52a47c1" /><Relationship Type="http://schemas.openxmlformats.org/officeDocument/2006/relationships/slideLayout" Target="/ppt/slideLayouts/slideLayout15.xml" Id="R7ab8b7865fd848c0" /><Relationship Type="http://schemas.openxmlformats.org/officeDocument/2006/relationships/slideLayout" Target="/ppt/slideLayouts/slideLayout16.xml" Id="R6fec6c1a58714b31" /><Relationship Type="http://schemas.openxmlformats.org/officeDocument/2006/relationships/slideLayout" Target="/ppt/slideLayouts/slideLayout17.xml" Id="Rac3ff2f649934cbe" /><Relationship Type="http://schemas.openxmlformats.org/officeDocument/2006/relationships/slideLayout" Target="/ppt/slideLayouts/slideLayout18.xml" Id="R522cfe5a784d4cb7" /><Relationship Type="http://schemas.openxmlformats.org/officeDocument/2006/relationships/slideLayout" Target="/ppt/slideLayouts/slideLayout19.xml" Id="Ra838cfaa19124145" /><Relationship Type="http://schemas.openxmlformats.org/officeDocument/2006/relationships/slideLayout" Target="/ppt/slideLayouts/slideLayout20.xml" Id="Rae6045799f9a41f9" /><Relationship Type="http://schemas.openxmlformats.org/officeDocument/2006/relationships/slideLayout" Target="/ppt/slideLayouts/slideLayout21.xml" Id="R94a0e78ff7494d8e" /><Relationship Type="http://schemas.openxmlformats.org/officeDocument/2006/relationships/slideLayout" Target="/ppt/slideLayouts/slideLayout22.xml" Id="R467052ee985a43b4" /><Relationship Type="http://schemas.openxmlformats.org/officeDocument/2006/relationships/slideLayout" Target="/ppt/slideLayouts/slideLayout23.xml" Id="R0564b16cb8ce4d4e" /><Relationship Type="http://schemas.openxmlformats.org/officeDocument/2006/relationships/slideLayout" Target="/ppt/slideLayouts/slideLayout24.xml" Id="R5b02a06f2c7d46fe" /><Relationship Type="http://schemas.openxmlformats.org/officeDocument/2006/relationships/slideLayout" Target="/ppt/slideLayouts/slideLayout25.xml" Id="R6d8eb75adff8448f" /><Relationship Type="http://schemas.openxmlformats.org/officeDocument/2006/relationships/slideLayout" Target="/ppt/slideLayouts/slideLayout26.xml" Id="R05b84adad3224d99" /><Relationship Type="http://schemas.openxmlformats.org/officeDocument/2006/relationships/slideLayout" Target="/ppt/slideLayouts/slideLayout27.xml" Id="R401d08244252455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5E41588D-ABDE-4BB7-B902-DDC6A2D735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98BE649-50CC-437A-AADA-BAA18D6F1C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单击此处编辑母版文本样式</a:t>
            </a:r>
          </a:p>
          <a:p xmlns:a="http://schemas.openxmlformats.org/drawingml/2006/main">
            <a:pPr>
              <a:buNone/>
            </a:pPr>
            <a:r>
              <a:t>二级</a:t>
            </a:r>
          </a:p>
          <a:p xmlns:a="http://schemas.openxmlformats.org/drawingml/2006/main">
            <a:pPr>
              <a:buNone/>
            </a:pPr>
            <a:r>
              <a:t>三级</a:t>
            </a:r>
          </a:p>
          <a:p xmlns:a="http://schemas.openxmlformats.org/drawingml/2006/main">
            <a:pPr>
              <a:buNone/>
            </a:pPr>
            <a:r>
              <a:t>四级</a:t>
            </a:r>
          </a:p>
          <a:p xmlns:a="http://schemas.openxmlformats.org/drawingml/2006/main">
            <a:pPr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0636B639-F6BF-41D3-839F-AD8A1E9C813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00916-396A-A444-B6A6-572F44C7530F}" type="datetimeFigureOut">
              <a:t>2026/7/30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D76F57BF-CAB1-4EF1-98FB-9D2D7A78263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BA48C0B-5C78-441F-8613-16A417311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0B36D65-86F8-1345-A972-51E3FE9D245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5651d0e8ad4012"/>
    <p:sldLayoutId xmlns:r="http://schemas.openxmlformats.org/officeDocument/2006/relationships" id="2147483650" r:id="R65f29bd20e6c48b0"/>
    <p:sldLayoutId xmlns:r="http://schemas.openxmlformats.org/officeDocument/2006/relationships" id="2147483651" r:id="R7490d088d86f422f"/>
    <p:sldLayoutId xmlns:r="http://schemas.openxmlformats.org/officeDocument/2006/relationships" id="2147483652" r:id="Rac71a73664b141fc"/>
    <p:sldLayoutId xmlns:r="http://schemas.openxmlformats.org/officeDocument/2006/relationships" id="2147483653" r:id="Rccb4f36b5b33474c"/>
    <p:sldLayoutId xmlns:r="http://schemas.openxmlformats.org/officeDocument/2006/relationships" id="2147483654" r:id="R64dd936768884555"/>
    <p:sldLayoutId xmlns:r="http://schemas.openxmlformats.org/officeDocument/2006/relationships" id="2147483655" r:id="R4d77f4ee8b51449f"/>
    <p:sldLayoutId xmlns:r="http://schemas.openxmlformats.org/officeDocument/2006/relationships" id="2147483656" r:id="R328c5ce2bdee4ab6"/>
    <p:sldLayoutId xmlns:r="http://schemas.openxmlformats.org/officeDocument/2006/relationships" id="2147483657" r:id="R7a78ecbe94df4d29"/>
    <p:sldLayoutId xmlns:r="http://schemas.openxmlformats.org/officeDocument/2006/relationships" id="2147483658" r:id="R3987a6e3da5f4e37"/>
    <p:sldLayoutId xmlns:r="http://schemas.openxmlformats.org/officeDocument/2006/relationships" id="2147483659" r:id="Rde1b8ee46d194406"/>
    <p:sldLayoutId xmlns:r="http://schemas.openxmlformats.org/officeDocument/2006/relationships" id="2147483660" r:id="Ra25a3075169c46dd"/>
    <p:sldLayoutId xmlns:r="http://schemas.openxmlformats.org/officeDocument/2006/relationships" id="2147483661" r:id="R2b6cfaa008a649a0"/>
    <p:sldLayoutId xmlns:r="http://schemas.openxmlformats.org/officeDocument/2006/relationships" id="2147483662" r:id="R9a283c98f52a47c1"/>
    <p:sldLayoutId xmlns:r="http://schemas.openxmlformats.org/officeDocument/2006/relationships" id="2147483663" r:id="R7ab8b7865fd848c0"/>
    <p:sldLayoutId xmlns:r="http://schemas.openxmlformats.org/officeDocument/2006/relationships" id="2147483664" r:id="R6fec6c1a58714b31"/>
    <p:sldLayoutId xmlns:r="http://schemas.openxmlformats.org/officeDocument/2006/relationships" id="2147483665" r:id="Rac3ff2f649934cbe"/>
    <p:sldLayoutId xmlns:r="http://schemas.openxmlformats.org/officeDocument/2006/relationships" id="2147483666" r:id="R522cfe5a784d4cb7"/>
    <p:sldLayoutId xmlns:r="http://schemas.openxmlformats.org/officeDocument/2006/relationships" id="2147483667" r:id="Ra838cfaa19124145"/>
    <p:sldLayoutId xmlns:r="http://schemas.openxmlformats.org/officeDocument/2006/relationships" id="2147483668" r:id="Rae6045799f9a41f9"/>
    <p:sldLayoutId xmlns:r="http://schemas.openxmlformats.org/officeDocument/2006/relationships" id="2147483669" r:id="R94a0e78ff7494d8e"/>
    <p:sldLayoutId xmlns:r="http://schemas.openxmlformats.org/officeDocument/2006/relationships" id="2147483670" r:id="R467052ee985a43b4"/>
    <p:sldLayoutId xmlns:r="http://schemas.openxmlformats.org/officeDocument/2006/relationships" id="2147483671" r:id="R0564b16cb8ce4d4e"/>
    <p:sldLayoutId xmlns:r="http://schemas.openxmlformats.org/officeDocument/2006/relationships" id="2147483672" r:id="R5b02a06f2c7d46fe"/>
    <p:sldLayoutId xmlns:r="http://schemas.openxmlformats.org/officeDocument/2006/relationships" id="2147483673" r:id="R6d8eb75adff8448f"/>
    <p:sldLayoutId xmlns:r="http://schemas.openxmlformats.org/officeDocument/2006/relationships" id="2147483674" r:id="R05b84adad3224d99"/>
    <p:sldLayoutId xmlns:r="http://schemas.openxmlformats.org/officeDocument/2006/relationships" id="2147483675" r:id="R401d082442524551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f0e50614047ba" /><Relationship Type="http://schemas.openxmlformats.org/officeDocument/2006/relationships/notesSlide" Target="/ppt/notesSlides/notesSlide1.xml" Id="R30d631fc37d749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3418f2a33b4f73" /><Relationship Type="http://schemas.openxmlformats.org/officeDocument/2006/relationships/notesSlide" Target="/ppt/notesSlides/notesSlide2.xml" Id="Rb03a5274467f4a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95083d38e94c49" /><Relationship Type="http://schemas.openxmlformats.org/officeDocument/2006/relationships/notesSlide" Target="/ppt/notesSlides/notesSlide3.xml" Id="R3a86811eaaf24f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d87d234cf324d9f" /><Relationship Type="http://schemas.openxmlformats.org/officeDocument/2006/relationships/notesSlide" Target="/ppt/notesSlides/notesSlide4.xml" Id="R866b68eee6dd46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21bdd2c335e4141" /><Relationship Type="http://schemas.openxmlformats.org/officeDocument/2006/relationships/notesSlide" Target="/ppt/notesSlides/notesSlide5.xml" Id="R6b21991029d249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f3198e514c4707" /><Relationship Type="http://schemas.openxmlformats.org/officeDocument/2006/relationships/notesSlide" Target="/ppt/notesSlides/notesSlide6.xml" Id="Racb44c6fc70d4d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a17d5019144384" /><Relationship Type="http://schemas.openxmlformats.org/officeDocument/2006/relationships/notesSlide" Target="/ppt/notesSlides/notesSlide7.xml" Id="R465a1cf3398c45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a8c1fa20e5e4f6b" /><Relationship Type="http://schemas.openxmlformats.org/officeDocument/2006/relationships/notesSlide" Target="/ppt/notesSlides/notesSlide8.xml" Id="R8e007cffabbf40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52f93b35bf0c4738" /><Relationship Type="http://schemas.openxmlformats.org/officeDocument/2006/relationships/notesSlide" Target="/ppt/notesSlides/notesSlide9.xml" Id="Rd6bca54813a542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cb8f4d7286754c24" /><Relationship Type="http://schemas.openxmlformats.org/officeDocument/2006/relationships/notesSlide" Target="/ppt/notesSlides/notesSlide10.xml" Id="Rb761e29456b740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10c61f6fb4342a3" /><Relationship Type="http://schemas.openxmlformats.org/officeDocument/2006/relationships/notesSlide" Target="/ppt/notesSlides/notesSlide11.xml" Id="Rd5283f1053e143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f5304db78554794" /><Relationship Type="http://schemas.openxmlformats.org/officeDocument/2006/relationships/notesSlide" Target="/ppt/notesSlides/notesSlide12.xml" Id="R000c98878ffd4c6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9a13de689a954219" /><Relationship Type="http://schemas.openxmlformats.org/officeDocument/2006/relationships/notesSlide" Target="/ppt/notesSlides/notesSlide13.xml" Id="Rdae0c60f7ea542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c55af4a9d6f048eb" /><Relationship Type="http://schemas.openxmlformats.org/officeDocument/2006/relationships/notesSlide" Target="/ppt/notesSlides/notesSlide14.xml" Id="R74864b1d4662495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4b9cd8f9627e4b47" /><Relationship Type="http://schemas.openxmlformats.org/officeDocument/2006/relationships/notesSlide" Target="/ppt/notesSlides/notesSlide15.xml" Id="Rd46025ff40d94c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92b0e81254624e6c" /><Relationship Type="http://schemas.openxmlformats.org/officeDocument/2006/relationships/notesSlide" Target="/ppt/notesSlides/notesSlide16.xml" Id="R540926be78234e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e336802248824b32" /><Relationship Type="http://schemas.openxmlformats.org/officeDocument/2006/relationships/notesSlide" Target="/ppt/notesSlides/notesSlide17.xml" Id="R2e02eee7d6ef4b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ae634527f1b14eae" /><Relationship Type="http://schemas.openxmlformats.org/officeDocument/2006/relationships/notesSlide" Target="/ppt/notesSlides/notesSlide18.xml" Id="Rcd563a9abdf8414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7bafda455184f8c" /><Relationship Type="http://schemas.openxmlformats.org/officeDocument/2006/relationships/notesSlide" Target="/ppt/notesSlides/notesSlide19.xml" Id="R66f04ee6f8614a2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29b8f164393e4793" /><Relationship Type="http://schemas.openxmlformats.org/officeDocument/2006/relationships/notesSlide" Target="/ppt/notesSlides/notesSlide20.xml" Id="Re05974739f704f7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标题 43">
            <a:extLst xmlns:a="http://schemas.openxmlformats.org/drawingml/2006/main">
              <a:ext uri="{FF2B5EF4-FFF2-40B4-BE49-F238E27FC236}">
                <a16:creationId xmlns:a16="http://schemas.microsoft.com/office/drawing/2014/main" id="{85175602-5A48-4FBE-945A-DE8E9E6F6B5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5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SchedX-Agent</a:t>
            </a:r>
          </a:p>
        </p:txBody>
      </p:sp>
      <p:sp>
        <p:nvSpPr>
          <p:cNvPr id="46" name="文本占位符 45">
            <a:extLst xmlns:a="http://schemas.openxmlformats.org/drawingml/2006/main">
              <a:ext uri="{FF2B5EF4-FFF2-40B4-BE49-F238E27FC236}">
                <a16:creationId xmlns:a16="http://schemas.microsoft.com/office/drawing/2014/main" id="{02B8FF82-DB3F-4590-9FFC-FB94BF18473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5099050" y="4639945"/>
            <a:ext cx="3971290" cy="29019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 Lab</a:t>
            </a:r>
          </a:p>
        </p:txBody>
      </p:sp>
      <p:sp>
        <p:nvSpPr>
          <p:cNvPr id="49" name="文本占位符 48">
            <a:extLst xmlns:a="http://schemas.openxmlformats.org/drawingml/2006/main">
              <a:ext uri="{FF2B5EF4-FFF2-40B4-BE49-F238E27FC236}">
                <a16:creationId xmlns:a16="http://schemas.microsoft.com/office/drawing/2014/main" id="{7161093B-72DF-4C76-ADCE-2B74E4EF21C8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099050" y="5077460"/>
            <a:ext cx="3997960" cy="29019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2026年7月</a:t>
            </a:r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日</a:t>
            </a:r>
            <a:endParaRPr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文本占位符 50">
            <a:extLst xmlns:a="http://schemas.openxmlformats.org/drawingml/2006/main">
              <a:ext uri="{FF2B5EF4-FFF2-40B4-BE49-F238E27FC236}">
                <a16:creationId xmlns:a16="http://schemas.microsoft.com/office/drawing/2014/main" id="{DDC983FC-6704-42E6-A00C-E118AF50D14C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3937218" y="4640664"/>
            <a:ext cx="1161805" cy="29036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参赛团队：</a:t>
            </a:r>
          </a:p>
        </p:txBody>
      </p:sp>
      <p:sp>
        <p:nvSpPr>
          <p:cNvPr id="54" name="文本占位符 53">
            <a:extLst xmlns:a="http://schemas.openxmlformats.org/drawingml/2006/main">
              <a:ext uri="{FF2B5EF4-FFF2-40B4-BE49-F238E27FC236}">
                <a16:creationId xmlns:a16="http://schemas.microsoft.com/office/drawing/2014/main" id="{13E5094E-CF02-44C6-B7F7-CBBB97CFDC99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完成日期：</a:t>
            </a: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55884FD7-083F-43F2-B2FE-212B1333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030" y="584835"/>
            <a:ext cx="4064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09B05F38-4C7E-41F1-A5D9-71269115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14023"/>
            <a:ext cx="6858000" cy="3385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 Linux 的自适应资源管控 Agent</a:t>
            </a:r>
          </a:p>
        </p:txBody>
      </p:sp>
    </p:spTree>
    <p:extLst>
      <p:ext uri="{BB962C8B-B14F-4D97-AF65-F5344CB8AC3E}">
        <p14:creationId xmlns:p14="http://schemas.microsoft.com/office/powerpoint/2010/main" val="25808108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4E7DAEEB-02B8-48EF-BEE3-D905B1C6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065" y="1496695"/>
            <a:ext cx="5114925" cy="741045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accent1">
              <a:lumMod val="20000"/>
              <a:lumOff val="80000"/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任意形状 10">
            <a:extLst xmlns:a="http://schemas.openxmlformats.org/drawingml/2006/main">
              <a:ext uri="{FF2B5EF4-FFF2-40B4-BE49-F238E27FC236}">
                <a16:creationId xmlns:a16="http://schemas.microsoft.com/office/drawing/2014/main" id="{EA78CC10-4249-4ADF-84FD-D59C1488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560060" y="1378585"/>
            <a:ext cx="784860" cy="933450"/>
          </a:xfrm>
          <a:custGeom xmlns:a="http://schemas.openxmlformats.org/drawingml/2006/main"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 xmlns:a="http://schemas.openxmlformats.org/drawingml/2006/main">
            <a:srgbClr val="254FE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2F6C3699-0448-4A74-A2D4-522D9363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765" y="1591310"/>
            <a:ext cx="796925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01</a:t>
            </a:r>
          </a:p>
        </p:txBody>
      </p:sp>
      <p:sp>
        <p:nvSpPr>
          <p:cNvPr id="115" name="圆角矩形 114">
            <a:extLst xmlns:a="http://schemas.openxmlformats.org/drawingml/2006/main">
              <a:ext uri="{FF2B5EF4-FFF2-40B4-BE49-F238E27FC236}">
                <a16:creationId xmlns:a16="http://schemas.microsoft.com/office/drawing/2014/main" id="{CA208385-3FF4-4A21-A2EF-CE37A11C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065" y="2439670"/>
            <a:ext cx="5114925" cy="741045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accent1">
              <a:lumMod val="20000"/>
              <a:lumOff val="80000"/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6" name="任意形状 10">
            <a:extLst xmlns:a="http://schemas.openxmlformats.org/drawingml/2006/main">
              <a:ext uri="{FF2B5EF4-FFF2-40B4-BE49-F238E27FC236}">
                <a16:creationId xmlns:a16="http://schemas.microsoft.com/office/drawing/2014/main" id="{3C9E1AD9-C1E5-400B-9BA5-B48CDCF1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560060" y="2321560"/>
            <a:ext cx="784860" cy="933450"/>
          </a:xfrm>
          <a:custGeom xmlns:a="http://schemas.openxmlformats.org/drawingml/2006/main"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 xmlns:a="http://schemas.openxmlformats.org/drawingml/2006/main">
            <a:srgbClr val="254FE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7" name="文本框 116">
            <a:extLst xmlns:a="http://schemas.openxmlformats.org/drawingml/2006/main">
              <a:ext uri="{FF2B5EF4-FFF2-40B4-BE49-F238E27FC236}">
                <a16:creationId xmlns:a16="http://schemas.microsoft.com/office/drawing/2014/main" id="{75510549-5F30-417A-AA75-DA50A4B2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765" y="2534285"/>
            <a:ext cx="796925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02</a:t>
            </a:r>
          </a:p>
        </p:txBody>
      </p:sp>
      <p:sp>
        <p:nvSpPr>
          <p:cNvPr id="120" name="圆角矩形 119">
            <a:extLst xmlns:a="http://schemas.openxmlformats.org/drawingml/2006/main">
              <a:ext uri="{FF2B5EF4-FFF2-40B4-BE49-F238E27FC236}">
                <a16:creationId xmlns:a16="http://schemas.microsoft.com/office/drawing/2014/main" id="{C14E27D3-AAF4-45CB-B58E-BFF18A8D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065" y="3382645"/>
            <a:ext cx="5114925" cy="741045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accent1">
              <a:lumMod val="20000"/>
              <a:lumOff val="80000"/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1" name="任意形状 10">
            <a:extLst xmlns:a="http://schemas.openxmlformats.org/drawingml/2006/main">
              <a:ext uri="{FF2B5EF4-FFF2-40B4-BE49-F238E27FC236}">
                <a16:creationId xmlns:a16="http://schemas.microsoft.com/office/drawing/2014/main" id="{BE76318A-5910-4A8F-96A0-1326C60A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560060" y="3264535"/>
            <a:ext cx="784860" cy="933450"/>
          </a:xfrm>
          <a:custGeom xmlns:a="http://schemas.openxmlformats.org/drawingml/2006/main"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 xmlns:a="http://schemas.openxmlformats.org/drawingml/2006/main">
            <a:srgbClr val="254FE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2" name="文本框 121">
            <a:extLst xmlns:a="http://schemas.openxmlformats.org/drawingml/2006/main">
              <a:ext uri="{FF2B5EF4-FFF2-40B4-BE49-F238E27FC236}">
                <a16:creationId xmlns:a16="http://schemas.microsoft.com/office/drawing/2014/main" id="{C990356E-06A2-4235-BBE7-8C5DD15C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765" y="3477260"/>
            <a:ext cx="796925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03</a:t>
            </a:r>
          </a:p>
        </p:txBody>
      </p:sp>
      <p:sp>
        <p:nvSpPr>
          <p:cNvPr id="125" name="圆角矩形 124">
            <a:extLst xmlns:a="http://schemas.openxmlformats.org/drawingml/2006/main">
              <a:ext uri="{FF2B5EF4-FFF2-40B4-BE49-F238E27FC236}">
                <a16:creationId xmlns:a16="http://schemas.microsoft.com/office/drawing/2014/main" id="{5367B68E-A6A2-4C80-B9D4-EE3D12F5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065" y="4325620"/>
            <a:ext cx="5114925" cy="741045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accent1">
              <a:lumMod val="20000"/>
              <a:lumOff val="80000"/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6" name="任意形状 10">
            <a:extLst xmlns:a="http://schemas.openxmlformats.org/drawingml/2006/main">
              <a:ext uri="{FF2B5EF4-FFF2-40B4-BE49-F238E27FC236}">
                <a16:creationId xmlns:a16="http://schemas.microsoft.com/office/drawing/2014/main" id="{84AF8CE3-E374-4C89-9EB9-8AE22C27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560060" y="4207510"/>
            <a:ext cx="784860" cy="933450"/>
          </a:xfrm>
          <a:custGeom xmlns:a="http://schemas.openxmlformats.org/drawingml/2006/main"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 xmlns:a="http://schemas.openxmlformats.org/drawingml/2006/main">
            <a:srgbClr val="254FE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7" name="文本框 126">
            <a:extLst xmlns:a="http://schemas.openxmlformats.org/drawingml/2006/main">
              <a:ext uri="{FF2B5EF4-FFF2-40B4-BE49-F238E27FC236}">
                <a16:creationId xmlns:a16="http://schemas.microsoft.com/office/drawing/2014/main" id="{A90B9B96-A8C8-42DF-9D86-34E7AB72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765" y="4420235"/>
            <a:ext cx="796925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04</a:t>
            </a:r>
          </a:p>
        </p:txBody>
      </p:sp>
      <p:sp>
        <p:nvSpPr>
          <p:cNvPr id="130" name="圆角矩形 129">
            <a:extLst xmlns:a="http://schemas.openxmlformats.org/drawingml/2006/main">
              <a:ext uri="{FF2B5EF4-FFF2-40B4-BE49-F238E27FC236}">
                <a16:creationId xmlns:a16="http://schemas.microsoft.com/office/drawing/2014/main" id="{516B81A1-0AA2-4356-AEAA-EE97B6C4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065" y="5268595"/>
            <a:ext cx="5114925" cy="741045"/>
          </a:xfrm>
          <a:prstGeom xmlns:a="http://schemas.openxmlformats.org/drawingml/2006/main" prst="roundRect">
            <a:avLst/>
          </a:prstGeom>
          <a:solidFill xmlns:a="http://schemas.openxmlformats.org/drawingml/2006/main">
            <a:schemeClr val="accent1">
              <a:lumMod val="20000"/>
              <a:lumOff val="80000"/>
              <a:alpha val="3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1" name="任意形状 10">
            <a:extLst xmlns:a="http://schemas.openxmlformats.org/drawingml/2006/main">
              <a:ext uri="{FF2B5EF4-FFF2-40B4-BE49-F238E27FC236}">
                <a16:creationId xmlns:a16="http://schemas.microsoft.com/office/drawing/2014/main" id="{034C1A87-7D78-4472-8A02-262E6102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560060" y="5150485"/>
            <a:ext cx="784860" cy="933450"/>
          </a:xfrm>
          <a:custGeom xmlns:a="http://schemas.openxmlformats.org/drawingml/2006/main">
            <a:gdLst>
              <a:gd name="connsiteX0" fmla="*/ 0 w 1021517"/>
              <a:gd name="connsiteY0" fmla="*/ 1048944 h 1219200"/>
              <a:gd name="connsiteX1" fmla="*/ 0 w 1021517"/>
              <a:gd name="connsiteY1" fmla="*/ 343438 h 1219200"/>
              <a:gd name="connsiteX2" fmla="*/ 170256 w 1021517"/>
              <a:gd name="connsiteY2" fmla="*/ 173182 h 1219200"/>
              <a:gd name="connsiteX3" fmla="*/ 412580 w 1021517"/>
              <a:gd name="connsiteY3" fmla="*/ 173182 h 1219200"/>
              <a:gd name="connsiteX4" fmla="*/ 513025 w 1021517"/>
              <a:gd name="connsiteY4" fmla="*/ 0 h 1219200"/>
              <a:gd name="connsiteX5" fmla="*/ 613470 w 1021517"/>
              <a:gd name="connsiteY5" fmla="*/ 173182 h 1219200"/>
              <a:gd name="connsiteX6" fmla="*/ 851261 w 1021517"/>
              <a:gd name="connsiteY6" fmla="*/ 173182 h 1219200"/>
              <a:gd name="connsiteX7" fmla="*/ 1021517 w 1021517"/>
              <a:gd name="connsiteY7" fmla="*/ 343438 h 1219200"/>
              <a:gd name="connsiteX8" fmla="*/ 1021517 w 1021517"/>
              <a:gd name="connsiteY8" fmla="*/ 1048944 h 1219200"/>
              <a:gd name="connsiteX9" fmla="*/ 851261 w 1021517"/>
              <a:gd name="connsiteY9" fmla="*/ 1219200 h 1219200"/>
              <a:gd name="connsiteX10" fmla="*/ 170256 w 1021517"/>
              <a:gd name="connsiteY10" fmla="*/ 1219200 h 1219200"/>
              <a:gd name="connsiteX11" fmla="*/ 0 w 1021517"/>
              <a:gd name="connsiteY11" fmla="*/ 1048944 h 1219200"/>
            </a:gdLst>
            <a:rect l="l" t="t" r="r" b="b"/>
            <a:pathLst>
              <a:path w="1021517" h="1219200">
                <a:moveTo>
                  <a:pt x="0" y="1048944"/>
                </a:moveTo>
                <a:lnTo>
                  <a:pt x="0" y="343438"/>
                </a:lnTo>
                <a:cubicBezTo>
                  <a:pt x="0" y="249408"/>
                  <a:pt x="76226" y="173182"/>
                  <a:pt x="170256" y="173182"/>
                </a:cubicBezTo>
                <a:lnTo>
                  <a:pt x="412580" y="173182"/>
                </a:lnTo>
                <a:lnTo>
                  <a:pt x="513025" y="0"/>
                </a:lnTo>
                <a:lnTo>
                  <a:pt x="613470" y="173182"/>
                </a:lnTo>
                <a:lnTo>
                  <a:pt x="851261" y="173182"/>
                </a:lnTo>
                <a:cubicBezTo>
                  <a:pt x="945291" y="173182"/>
                  <a:pt x="1021517" y="249408"/>
                  <a:pt x="1021517" y="343438"/>
                </a:cubicBezTo>
                <a:lnTo>
                  <a:pt x="1021517" y="1048944"/>
                </a:lnTo>
                <a:cubicBezTo>
                  <a:pt x="1021517" y="1142974"/>
                  <a:pt x="945291" y="1219200"/>
                  <a:pt x="851261" y="1219200"/>
                </a:cubicBezTo>
                <a:lnTo>
                  <a:pt x="170256" y="1219200"/>
                </a:lnTo>
                <a:cubicBezTo>
                  <a:pt x="76226" y="1219200"/>
                  <a:pt x="0" y="1142974"/>
                  <a:pt x="0" y="1048944"/>
                </a:cubicBezTo>
                <a:close/>
              </a:path>
            </a:pathLst>
          </a:custGeom>
          <a:solidFill xmlns:a="http://schemas.openxmlformats.org/drawingml/2006/main">
            <a:srgbClr val="254FE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2" name="文本框 131">
            <a:extLst xmlns:a="http://schemas.openxmlformats.org/drawingml/2006/main">
              <a:ext uri="{FF2B5EF4-FFF2-40B4-BE49-F238E27FC236}">
                <a16:creationId xmlns:a16="http://schemas.microsoft.com/office/drawing/2014/main" id="{9A86294C-8D0E-4835-8BE4-C0B5B994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765" y="5363210"/>
            <a:ext cx="796925" cy="5219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00" b="1">
                <a:solidFill>
                  <a:schemeClr val="bg1"/>
                </a:solidFill>
                <a:latin typeface="+mj-ea"/>
                <a:ea typeface="+mj-ea"/>
                <a:cs typeface="+mj-ea"/>
              </a:rPr>
              <a:t>05</a:t>
            </a:r>
          </a:p>
        </p:txBody>
      </p:sp>
      <p:sp>
        <p:nvSpPr>
          <p:cNvPr id="33" name="标题 32">
            <a:extLst xmlns:a="http://schemas.openxmlformats.org/drawingml/2006/main">
              <a:ext uri="{FF2B5EF4-FFF2-40B4-BE49-F238E27FC236}">
                <a16:creationId xmlns:a16="http://schemas.microsoft.com/office/drawing/2014/main" id="{D2EB5121-4359-455E-9FF9-B885B9869D5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62750" y="1586865"/>
            <a:ext cx="3072130" cy="521970"/>
          </a:xfrm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项目介绍</a:t>
            </a:r>
          </a:p>
        </p:txBody>
      </p:sp>
      <p:sp>
        <p:nvSpPr>
          <p:cNvPr id="2" name="标题 32">
            <a:extLst xmlns:a="http://schemas.openxmlformats.org/drawingml/2006/main">
              <a:ext uri="{FF2B5EF4-FFF2-40B4-BE49-F238E27FC236}">
                <a16:creationId xmlns:a16="http://schemas.microsoft.com/office/drawing/2014/main" id="{73797232-8B4B-484C-BC77-30479A0C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39365"/>
            <a:ext cx="3072130" cy="5219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项目亮点</a:t>
            </a:r>
          </a:p>
        </p:txBody>
      </p:sp>
      <p:sp>
        <p:nvSpPr>
          <p:cNvPr id="3" name="标题 32">
            <a:extLst xmlns:a="http://schemas.openxmlformats.org/drawingml/2006/main">
              <a:ext uri="{FF2B5EF4-FFF2-40B4-BE49-F238E27FC236}">
                <a16:creationId xmlns:a16="http://schemas.microsoft.com/office/drawing/2014/main" id="{00A99ED6-AF8C-402A-A343-BC5B7927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66465"/>
            <a:ext cx="3072130" cy="5219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技术难点</a:t>
            </a:r>
          </a:p>
        </p:txBody>
      </p:sp>
      <p:sp>
        <p:nvSpPr>
          <p:cNvPr id="4" name="标题 32">
            <a:extLst xmlns:a="http://schemas.openxmlformats.org/drawingml/2006/main">
              <a:ext uri="{FF2B5EF4-FFF2-40B4-BE49-F238E27FC236}">
                <a16:creationId xmlns:a16="http://schemas.microsoft.com/office/drawing/2014/main" id="{6A1B6DE7-675C-440C-9E12-A2E9AC87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18965"/>
            <a:ext cx="3072130" cy="5219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项目测试</a:t>
            </a:r>
          </a:p>
        </p:txBody>
      </p:sp>
      <p:sp>
        <p:nvSpPr>
          <p:cNvPr id="5" name="标题 32">
            <a:extLst xmlns:a="http://schemas.openxmlformats.org/drawingml/2006/main">
              <a:ext uri="{FF2B5EF4-FFF2-40B4-BE49-F238E27FC236}">
                <a16:creationId xmlns:a16="http://schemas.microsoft.com/office/drawing/2014/main" id="{D0AF1AE5-E5A2-4C80-B3A1-CB4C5FD4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71465"/>
            <a:ext cx="3072130" cy="5219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sp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2800" b="1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r>
              <a:t>作品演示</a:t>
            </a:r>
          </a:p>
        </p:txBody>
      </p:sp>
    </p:spTree>
    <p:extLst>
      <p:ext uri="{BB962C8B-B14F-4D97-AF65-F5344CB8AC3E}">
        <p14:creationId xmlns:p14="http://schemas.microsoft.com/office/powerpoint/2010/main" val="40675260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占位符 1">
            <a:extLst xmlns:a="http://schemas.openxmlformats.org/drawingml/2006/main">
              <a:ext uri="{FF2B5EF4-FFF2-40B4-BE49-F238E27FC236}">
                <a16:creationId xmlns:a16="http://schemas.microsoft.com/office/drawing/2014/main" id="{F83EBB86-2BC6-475D-A3D7-94F89D284F0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项目介绍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7B2CCAE-EE95-4F45-A968-0B65177B712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从混合负载干扰出发，建立可感知、可执行、可验证的闭环</a:t>
            </a:r>
          </a:p>
        </p:txBody>
      </p:sp>
    </p:spTree>
    <p:extLst>
      <p:ext uri="{BB962C8B-B14F-4D97-AF65-F5344CB8AC3E}">
        <p14:creationId xmlns:p14="http://schemas.microsoft.com/office/powerpoint/2010/main" val="10918147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B70A791F-11F7-4642-8D2C-5419D5A47D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1.1 默认调度无法直接理解业务 SLO</a:t>
            </a: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5217AE1C-BF7E-4C60-9D6C-D37E79E6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55" y="1955427"/>
            <a:ext cx="5143500" cy="3539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混合负载的核心矛盾</a:t>
            </a: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792AA448-FA5B-4BA3-9F84-6E87DF5C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1" y="2540776"/>
            <a:ext cx="4978400" cy="15859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nginx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/ Redis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关注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P99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延迟与可用吞吐</a:t>
            </a:r>
            <a:endParaRPr sz="170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sysbench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编译任务关注完成时间和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CPU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利用率</a:t>
            </a:r>
            <a:endParaRPr sz="170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stress-ng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等后台任务会争抢同一组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CPU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</a:pP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默认公平性无法表达“谁更重要、何时切换</a:t>
            </a:r>
            <a:r>
              <a:rPr sz="17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”</a:t>
            </a:r>
          </a:p>
        </p:txBody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D0C78F72-499F-4D43-9BF8-FC5DA81B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0820" y="2936594"/>
            <a:ext cx="76200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BA74AE59-ED02-4BEB-BF0E-DB5F1B37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1714500"/>
            <a:ext cx="4368800" cy="3238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EC9D7049-CBEB-4087-B13D-415C07AB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24623"/>
            <a:ext cx="3708400" cy="6155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CPU 资源仍可用，但业务已经退化</a:t>
            </a:r>
          </a:p>
        </p:txBody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080E988F-3A16-475D-80BA-338E87BD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79700"/>
            <a:ext cx="171450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3A76A515-2CF5-40BB-847F-EF7C1A6C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400" y="2704356"/>
            <a:ext cx="13589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D44247"/>
                </a:solidFill>
                <a:latin typeface="微软雅黑"/>
                <a:ea typeface="微软雅黑"/>
                <a:cs typeface="微软雅黑"/>
              </a:rPr>
              <a:t>P99 ↑</a:t>
            </a: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302DAAD9-68B0-4DAB-A187-3B9A5AFB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400" y="3340472"/>
            <a:ext cx="13589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尾延迟恶化</a:t>
            </a:r>
          </a:p>
        </p:txBody>
      </p:sp>
      <p:sp>
        <p:nvSpPr>
          <p:cNvPr id="12" name="矩形: 圆角 11">
            <a:extLst xmlns:a="http://schemas.openxmlformats.org/drawingml/2006/main">
              <a:ext uri="{FF2B5EF4-FFF2-40B4-BE49-F238E27FC236}">
                <a16:creationId xmlns:a16="http://schemas.microsoft.com/office/drawing/2014/main" id="{88E31C3D-C37A-4EB2-A628-BB5A584B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1300" y="2679700"/>
            <a:ext cx="171450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0B17D17A-FE84-4096-8EE2-BEE98DC7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2704356"/>
            <a:ext cx="13589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EE8430"/>
                </a:solidFill>
                <a:latin typeface="微软雅黑"/>
                <a:ea typeface="微软雅黑"/>
                <a:cs typeface="微软雅黑"/>
              </a:rPr>
              <a:t>RPS ↓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36099C05-9776-4299-BD9C-24E27037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340472"/>
            <a:ext cx="13589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在线吞吐下降</a:t>
            </a: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C05BDDD5-B8A4-422C-ADE5-7787A9C4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100" y="4146779"/>
            <a:ext cx="3619500" cy="4924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需要让调度策略理解 workload 语义，并对结果负责</a:t>
            </a:r>
          </a:p>
        </p:txBody>
      </p:sp>
    </p:spTree>
    <p:extLst>
      <p:ext uri="{BB962C8B-B14F-4D97-AF65-F5344CB8AC3E}">
        <p14:creationId xmlns:p14="http://schemas.microsoft.com/office/powerpoint/2010/main" val="180412797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A4C3A861-3A27-47D2-9170-B7D266B73F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1.2 目标：形成可验证、可回滚的资源管控闭环</a:t>
            </a: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9935E48A-AB5D-4A0D-99D2-091285A8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84500"/>
            <a:ext cx="3937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4D4A93B-DF1E-40FA-AE38-1F4B1176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2984500"/>
            <a:ext cx="3937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309542D8-D7EF-4BB1-99D6-27B150A3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0" y="2984500"/>
            <a:ext cx="3937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D26072FE-F67B-4D54-B9A3-2155F42D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84500"/>
            <a:ext cx="3937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8A4C4870-7BEE-456B-B6C3-7EE596D6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100" y="2984500"/>
            <a:ext cx="3937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FAD034B7-14E9-4E6C-A04F-8668FF9A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9500"/>
            <a:ext cx="1397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675A2F82-91CE-4F50-A308-784D60F6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2527300"/>
            <a:ext cx="1193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感知</a:t>
            </a: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A3940359-79CB-4AF6-9682-37908D6F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3081467"/>
            <a:ext cx="11938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procfs / PSI</a:t>
            </a:r>
          </a:p>
        </p:txBody>
      </p:sp>
      <p:sp>
        <p:nvSpPr>
          <p:cNvPr id="12" name="矩形: 圆角 11">
            <a:extLst xmlns:a="http://schemas.openxmlformats.org/drawingml/2006/main">
              <a:ext uri="{FF2B5EF4-FFF2-40B4-BE49-F238E27FC236}">
                <a16:creationId xmlns:a16="http://schemas.microsoft.com/office/drawing/2014/main" id="{B96E4BA2-56A7-47E8-9882-6C21DB27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2349500"/>
            <a:ext cx="1397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579B9F45-A273-4DF5-965B-97E526E2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27300"/>
            <a:ext cx="1193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分类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A097BA2C-189B-447D-BD78-4F6217CA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1466"/>
            <a:ext cx="11938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规则优先</a:t>
            </a:r>
          </a:p>
        </p:txBody>
      </p:sp>
      <p:sp>
        <p:nvSpPr>
          <p:cNvPr id="15" name="矩形: 圆角 14">
            <a:extLst xmlns:a="http://schemas.openxmlformats.org/drawingml/2006/main">
              <a:ext uri="{FF2B5EF4-FFF2-40B4-BE49-F238E27FC236}">
                <a16:creationId xmlns:a16="http://schemas.microsoft.com/office/drawing/2014/main" id="{E6FCCD61-E395-40EA-BC48-54BF429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2349500"/>
            <a:ext cx="1397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B4A2AFC0-C668-422B-A92B-B19CE1A8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00" y="2527300"/>
            <a:ext cx="1193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路由</a:t>
            </a: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71C1FAD7-4413-4589-A183-C0297550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00" y="3081466"/>
            <a:ext cx="1193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DeepSeek + 专家路由</a:t>
            </a:r>
          </a:p>
        </p:txBody>
      </p:sp>
      <p:sp>
        <p:nvSpPr>
          <p:cNvPr id="18" name="矩形: 圆角 17">
            <a:extLst xmlns:a="http://schemas.openxmlformats.org/drawingml/2006/main">
              <a:ext uri="{FF2B5EF4-FFF2-40B4-BE49-F238E27FC236}">
                <a16:creationId xmlns:a16="http://schemas.microsoft.com/office/drawing/2014/main" id="{C2764DE9-3A4F-4AC2-8BC5-75DD5563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49500"/>
            <a:ext cx="1397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0CA0AEF-AA31-4D48-86F9-418A4462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2527300"/>
            <a:ext cx="1193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14FE56F7-0097-4887-91A4-E014BA26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3081467"/>
            <a:ext cx="11938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 + cgroup</a:t>
            </a:r>
          </a:p>
        </p:txBody>
      </p:sp>
      <p:sp>
        <p:nvSpPr>
          <p:cNvPr id="21" name="矩形: 圆角 20">
            <a:extLst xmlns:a="http://schemas.openxmlformats.org/drawingml/2006/main">
              <a:ext uri="{FF2B5EF4-FFF2-40B4-BE49-F238E27FC236}">
                <a16:creationId xmlns:a16="http://schemas.microsoft.com/office/drawing/2014/main" id="{42FF0B81-A27A-4888-8C24-66681FD6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4600" y="2349500"/>
            <a:ext cx="1397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775B02E3-D2B8-4B09-9326-5A90312A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27300"/>
            <a:ext cx="1193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2D4EABEF-5AD6-4EE9-95F3-3CE6B97F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81466"/>
            <a:ext cx="11938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真实 SLO</a:t>
            </a:r>
          </a:p>
        </p:txBody>
      </p:sp>
      <p:sp>
        <p:nvSpPr>
          <p:cNvPr id="24" name="矩形: 圆角 23">
            <a:extLst xmlns:a="http://schemas.openxmlformats.org/drawingml/2006/main">
              <a:ext uri="{FF2B5EF4-FFF2-40B4-BE49-F238E27FC236}">
                <a16:creationId xmlns:a16="http://schemas.microsoft.com/office/drawing/2014/main" id="{9845E1D0-0F6B-4EAC-80F7-CCE01BAB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800" y="2349500"/>
            <a:ext cx="1397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84B014FB-B915-4662-83FC-ECEB06FF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3400" y="2527300"/>
            <a:ext cx="1193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接受 / 回滚</a:t>
            </a: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FAC7225C-3869-4B2A-B869-2ADEFFB4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3400" y="3081466"/>
            <a:ext cx="11938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清理状态</a:t>
            </a:r>
          </a:p>
        </p:txBody>
      </p:sp>
      <p:sp>
        <p:nvSpPr>
          <p:cNvPr id="27" name="矩形: 圆角 26">
            <a:extLst xmlns:a="http://schemas.openxmlformats.org/drawingml/2006/main">
              <a:ext uri="{FF2B5EF4-FFF2-40B4-BE49-F238E27FC236}">
                <a16:creationId xmlns:a16="http://schemas.microsoft.com/office/drawing/2014/main" id="{90544738-AC5C-43BB-A079-D161BF31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6400"/>
            <a:ext cx="1005840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E1E9FC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文本框 27">
            <a:extLst xmlns:a="http://schemas.openxmlformats.org/drawingml/2006/main">
              <a:ext uri="{FF2B5EF4-FFF2-40B4-BE49-F238E27FC236}">
                <a16:creationId xmlns:a16="http://schemas.microsoft.com/office/drawing/2014/main" id="{79AF9F18-7D5E-499B-B4EE-61291918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94200"/>
            <a:ext cx="9525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安全边界贯穿每个阶段</a:t>
            </a:r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A06BE992-B6E3-4B08-A089-7C57ED88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1783"/>
            <a:ext cx="95250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结构化 Action  ·  命令白名单  ·  精确进程匹配  · 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显式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--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dry-run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 ·  Canary 门槛  ·  原子回滚</a:t>
            </a:r>
          </a:p>
        </p:txBody>
      </p:sp>
    </p:spTree>
    <p:extLst>
      <p:ext uri="{BB962C8B-B14F-4D97-AF65-F5344CB8AC3E}">
        <p14:creationId xmlns:p14="http://schemas.microsoft.com/office/powerpoint/2010/main" val="12982203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3C9C227A-70A0-40E5-8C2E-AEF7F21084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1.3 优势：自适应决策与安全执行解耦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3F4BFBF-9098-47F0-9B7C-911E6D80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17145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D6D7D773-6E28-49C8-B9D1-2AE1D4A0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6877"/>
            <a:ext cx="204724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5C53238-32F1-4981-8AA3-5C1032B2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145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06A460C0-1BC9-4BF9-A141-2392AD2B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140" y="1846877"/>
            <a:ext cx="204724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workload 感知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B7F0D6E-6340-424A-AE5B-F5FE6D1F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880" y="17145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F0C9515-2233-43B2-A970-1DB17055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380" y="1846877"/>
            <a:ext cx="204724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执行方式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FE2D67B-02ED-422A-A3E6-D3768C26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3120" y="17145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04243900-F3C8-4D10-A562-6037B783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1846877"/>
            <a:ext cx="204724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在线验证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45E0046-6412-43BC-B0B5-08BA13AF3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360" y="17145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485B6DAD-13B8-4473-AEA7-F90737AD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860" y="1846877"/>
            <a:ext cx="204724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异常恢复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3D707A6-9DC4-4FB0-A044-20B286B1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4257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653BA7EE-46AB-47B1-AC03-1EAD1BB0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607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静态 cgroup 脚本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7B17015-C777-4F02-8464-8CE42B95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4257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7ECF3376-7CE3-450B-B4F2-BCE362F3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140" y="25607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人工指定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5CE98DE-1BD0-4A19-9704-780F5C6E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880" y="24257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C94B633F-1ED4-425F-9865-6633491F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380" y="25607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cgroup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95ABC311-4B48-4BB9-8D2D-E0D623FE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3120" y="24257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09DDE1D9-9DAB-4F90-B443-C118341E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25607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通常无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63DD472-EB87-48B2-9F62-C1ECE7E7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360" y="24257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D5F32D4A-E140-44D8-886F-F6AF9EB0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860" y="25607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人工恢复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B225B85E-5102-4D17-B175-8294B880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1369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C910EBE7-36D4-4893-A48E-ED4C9527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19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固定 scx 调度器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EE358E6E-8F73-4B43-BFE2-D2A77B5B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1369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39157457-0AE2-43FD-BCF6-9121320D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140" y="32719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有限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0E4C36A4-A102-49D6-B31C-F58A5636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880" y="31369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7EFD079F-F9FA-44B3-9151-0FA18BBF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380" y="32719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sched_ext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891AC23F-EB23-4E40-AF5D-DDB2AE9D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3120" y="31369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文本框 30">
            <a:extLst xmlns:a="http://schemas.openxmlformats.org/drawingml/2006/main">
              <a:ext uri="{FF2B5EF4-FFF2-40B4-BE49-F238E27FC236}">
                <a16:creationId xmlns:a16="http://schemas.microsoft.com/office/drawing/2014/main" id="{BE6DC221-E792-4AB7-8E2C-F6456D3B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32719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通常离线</a:t>
            </a: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313046BB-581A-4F23-BBE3-F53E9382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360" y="31369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文本框 32">
            <a:extLst xmlns:a="http://schemas.openxmlformats.org/drawingml/2006/main">
              <a:ext uri="{FF2B5EF4-FFF2-40B4-BE49-F238E27FC236}">
                <a16:creationId xmlns:a16="http://schemas.microsoft.com/office/drawing/2014/main" id="{A22E8F6F-BA7E-42C8-AB40-1976CA25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860" y="32719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内核退出保护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3F4A3B90-2F98-4E4F-ADCA-0DF1E8B1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8481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5" name="文本框 34">
            <a:extLst xmlns:a="http://schemas.openxmlformats.org/drawingml/2006/main">
              <a:ext uri="{FF2B5EF4-FFF2-40B4-BE49-F238E27FC236}">
                <a16:creationId xmlns:a16="http://schemas.microsoft.com/office/drawing/2014/main" id="{0F784FA6-7702-4CE7-A5C0-B456846D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31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通用 LLM Agent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D7AB83A5-F855-42D1-8E09-75CCC414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8481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7" name="文本框 36">
            <a:extLst xmlns:a="http://schemas.openxmlformats.org/drawingml/2006/main">
              <a:ext uri="{FF2B5EF4-FFF2-40B4-BE49-F238E27FC236}">
                <a16:creationId xmlns:a16="http://schemas.microsoft.com/office/drawing/2014/main" id="{FECA5DA6-6074-4517-87A4-E456E933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140" y="39831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语义 / 模型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0DB39727-5F87-4E69-BD41-8106CAEB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880" y="38481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文本框 38">
            <a:extLst xmlns:a="http://schemas.openxmlformats.org/drawingml/2006/main">
              <a:ext uri="{FF2B5EF4-FFF2-40B4-BE49-F238E27FC236}">
                <a16:creationId xmlns:a16="http://schemas.microsoft.com/office/drawing/2014/main" id="{2083408E-3EE0-4221-B4F4-C4EE41ED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380" y="39831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依框架而定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D00E0B1E-868D-4F7F-AD6A-30DE9825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3120" y="38481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1" name="文本框 40">
            <a:extLst xmlns:a="http://schemas.openxmlformats.org/drawingml/2006/main">
              <a:ext uri="{FF2B5EF4-FFF2-40B4-BE49-F238E27FC236}">
                <a16:creationId xmlns:a16="http://schemas.microsoft.com/office/drawing/2014/main" id="{B595257A-C65B-430B-A7D2-1612AD3D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39831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依框架而定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49F2BBC9-84F7-456F-B029-1759C6B6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360" y="38481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3" name="文本框 42">
            <a:extLst xmlns:a="http://schemas.openxmlformats.org/drawingml/2006/main">
              <a:ext uri="{FF2B5EF4-FFF2-40B4-BE49-F238E27FC236}">
                <a16:creationId xmlns:a16="http://schemas.microsoft.com/office/drawing/2014/main" id="{DE767766-11AF-4CF5-A332-24B865C5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860" y="39831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依框架而定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354C7818-A0C0-4D86-ACC2-A08FEAB2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5593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5" name="文本框 44">
            <a:extLst xmlns:a="http://schemas.openxmlformats.org/drawingml/2006/main">
              <a:ext uri="{FF2B5EF4-FFF2-40B4-BE49-F238E27FC236}">
                <a16:creationId xmlns:a16="http://schemas.microsoft.com/office/drawing/2014/main" id="{CB6366C0-CB56-49CB-B4C0-AA3F5B2A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43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SchedX-Agent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90AF180D-8236-4BAD-8E05-534E9CF4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5593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7" name="文本框 46">
            <a:extLst xmlns:a="http://schemas.openxmlformats.org/drawingml/2006/main">
              <a:ext uri="{FF2B5EF4-FFF2-40B4-BE49-F238E27FC236}">
                <a16:creationId xmlns:a16="http://schemas.microsoft.com/office/drawing/2014/main" id="{FB186DF5-FCA0-46CF-BDA7-5B291B52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140" y="46943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procfs / PSI / SLO</a:t>
            </a: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F325EC0C-D722-439A-B0F8-F1A9E6DD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880" y="45593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9" name="文本框 48">
            <a:extLst xmlns:a="http://schemas.openxmlformats.org/drawingml/2006/main">
              <a:ext uri="{FF2B5EF4-FFF2-40B4-BE49-F238E27FC236}">
                <a16:creationId xmlns:a16="http://schemas.microsoft.com/office/drawing/2014/main" id="{98A9B0C0-9F36-497E-86BC-15C070FD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380" y="4694367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native scx + cgroup</a:t>
            </a: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9D3FC916-1E85-4A27-A257-B8402E6D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3120" y="45593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1" name="文本框 50">
            <a:extLst xmlns:a="http://schemas.openxmlformats.org/drawingml/2006/main">
              <a:ext uri="{FF2B5EF4-FFF2-40B4-BE49-F238E27FC236}">
                <a16:creationId xmlns:a16="http://schemas.microsoft.com/office/drawing/2014/main" id="{7AF8F891-51C4-42AB-AA23-EE4636D4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4694367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真实 Canary + 公平性</a:t>
            </a: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622453AA-84CA-443F-90C7-07A22192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360" y="4559300"/>
            <a:ext cx="217424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3" name="文本框 52">
            <a:extLst xmlns:a="http://schemas.openxmlformats.org/drawingml/2006/main">
              <a:ext uri="{FF2B5EF4-FFF2-40B4-BE49-F238E27FC236}">
                <a16:creationId xmlns:a16="http://schemas.microsoft.com/office/drawing/2014/main" id="{8D9935B6-1644-4BC5-8A8E-DF51D88E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860" y="4694366"/>
            <a:ext cx="204724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自动原子回滚</a:t>
            </a:r>
          </a:p>
        </p:txBody>
      </p:sp>
      <p:sp>
        <p:nvSpPr>
          <p:cNvPr id="54" name="文本框 53">
            <a:extLst xmlns:a="http://schemas.openxmlformats.org/drawingml/2006/main">
              <a:ext uri="{FF2B5EF4-FFF2-40B4-BE49-F238E27FC236}">
                <a16:creationId xmlns:a16="http://schemas.microsoft.com/office/drawing/2014/main" id="{0A8AF4D4-C25C-448A-B6C8-7EFCA24B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532194"/>
            <a:ext cx="10871200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核心差异：策略只有通过真实 SLO 与后台公平性验证后才会被保留。</a:t>
            </a:r>
          </a:p>
        </p:txBody>
      </p:sp>
    </p:spTree>
    <p:extLst>
      <p:ext uri="{BB962C8B-B14F-4D97-AF65-F5344CB8AC3E}">
        <p14:creationId xmlns:p14="http://schemas.microsoft.com/office/powerpoint/2010/main" val="156203083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53FF8DAB-D4F7-4001-84AA-2C4A6BA6F6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1.4 原创实现与开源边界均可审计</a:t>
            </a: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FA0AA8D1-C6BA-4605-8333-B9AF1EDC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3400"/>
            <a:ext cx="3111500" cy="15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E83BE0AC-DB55-438C-A6FA-F3317324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1828056"/>
            <a:ext cx="27559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13,580</a:t>
            </a:r>
            <a:r>
              <a:rPr sz="28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 行</a:t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29CA7612-FAFE-467C-8B96-43BD2D5A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2464172"/>
            <a:ext cx="27559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产品代码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26CE38C6-CDDE-4368-B1D9-47851579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3400"/>
            <a:ext cx="3111500" cy="15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534CDA71-317E-4884-BAF9-C92FFDEB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700" y="1828056"/>
            <a:ext cx="27559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6E44EB"/>
                </a:solidFill>
                <a:latin typeface="微软雅黑"/>
                <a:ea typeface="微软雅黑"/>
                <a:cs typeface="微软雅黑"/>
              </a:rPr>
              <a:t>2,193</a:t>
            </a:r>
            <a:r>
              <a:rPr sz="2800" b="1">
                <a:solidFill>
                  <a:srgbClr val="6E44EB"/>
                </a:solidFill>
                <a:latin typeface="微软雅黑"/>
                <a:ea typeface="微软雅黑"/>
                <a:cs typeface="微软雅黑"/>
              </a:rPr>
              <a:t> 行</a:t>
            </a: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A708DD2B-FD3B-4933-9574-4D9BFA02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700" y="2464172"/>
            <a:ext cx="27559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自动化测试</a:t>
            </a: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96AB640A-2FB8-4618-AD5F-6BF8398A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3400"/>
            <a:ext cx="3111500" cy="15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062B5F52-E372-42F1-80EA-9DF775B0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1828056"/>
            <a:ext cx="27559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15BDE5"/>
                </a:solidFill>
                <a:latin typeface="微软雅黑"/>
                <a:ea typeface="微软雅黑"/>
                <a:cs typeface="微软雅黑"/>
              </a:rPr>
              <a:t>15,773</a:t>
            </a:r>
            <a:r>
              <a:rPr sz="2800" b="1">
                <a:solidFill>
                  <a:srgbClr val="15BDE5"/>
                </a:solidFill>
                <a:latin typeface="微软雅黑"/>
                <a:ea typeface="微软雅黑"/>
                <a:cs typeface="微软雅黑"/>
              </a:rPr>
              <a:t> 行</a:t>
            </a: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E12493A9-76A8-49B4-8BC7-2950EB99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3600" y="2464172"/>
            <a:ext cx="27559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自研有效代码合计</a:t>
            </a:r>
          </a:p>
        </p:txBody>
      </p:sp>
      <p:sp>
        <p:nvSpPr>
          <p:cNvPr id="13" name="矩形: 圆角 12">
            <a:extLst xmlns:a="http://schemas.openxmlformats.org/drawingml/2006/main">
              <a:ext uri="{FF2B5EF4-FFF2-40B4-BE49-F238E27FC236}">
                <a16:creationId xmlns:a16="http://schemas.microsoft.com/office/drawing/2014/main" id="{2C45C43A-4C54-4E74-BF3C-85058EC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46500"/>
            <a:ext cx="10655300" cy="184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B4ED0F52-4EAA-4C1A-8EE3-D0324E05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100" y="3924300"/>
            <a:ext cx="4445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团队独立实现</a:t>
            </a: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4D8431E4-A913-4B21-9D03-81A93D81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" y="4173751"/>
            <a:ext cx="4699000" cy="9174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Agent / Skills / 安全执行闭环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项目专用 scx_agent 与 daemon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Canary、回滚、实验与报告</a:t>
            </a: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CD371A7C-889E-4C90-BF45-3EA1CCA1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24300"/>
            <a:ext cx="4445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明确声明外部基础</a:t>
            </a: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EA4D7276-4317-4A49-A66A-A173EAD7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4173751"/>
            <a:ext cx="4572000" cy="9174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openEuler / Linux / sched_ext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libbpf、nginx、wrk、stress-ng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许可证与用途记录于 THIRD_PARTY_NOTICES</a:t>
            </a: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BABD3B12-3785-46BE-8858-ABC75591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41450"/>
            <a:ext cx="109220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统计口径：项目随附 </a:t>
            </a: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code_origin_stats.md</a:t>
            </a: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；最终提交前将在干净 Git commit 上重跑。</a:t>
            </a:r>
          </a:p>
        </p:txBody>
      </p:sp>
    </p:spTree>
    <p:extLst>
      <p:ext uri="{BB962C8B-B14F-4D97-AF65-F5344CB8AC3E}">
        <p14:creationId xmlns:p14="http://schemas.microsoft.com/office/powerpoint/2010/main" val="14575543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占位符 1">
            <a:extLst xmlns:a="http://schemas.openxmlformats.org/drawingml/2006/main">
              <a:ext uri="{FF2B5EF4-FFF2-40B4-BE49-F238E27FC236}">
                <a16:creationId xmlns:a16="http://schemas.microsoft.com/office/drawing/2014/main" id="{F89EA774-60FC-4A89-B117-0610999181F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项目亮点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3EE1C1D-9EF2-48A7-B30A-79C360D867EB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以真实 native sched_ext 为执行面，以安全门槛约束自适应策略</a:t>
            </a:r>
          </a:p>
        </p:txBody>
      </p:sp>
    </p:spTree>
    <p:extLst>
      <p:ext uri="{BB962C8B-B14F-4D97-AF65-F5344CB8AC3E}">
        <p14:creationId xmlns:p14="http://schemas.microsoft.com/office/powerpoint/2010/main" val="5611822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CF8289D0-4876-4153-BE4C-1805FD7C3B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2.1 标准化 Skills 组成完整 Agent 闭环</a:t>
            </a: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9AC363F1-6847-4296-9C1A-2E7AECC4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1803400"/>
            <a:ext cx="32766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矩形: 圆角 4">
            <a:extLst xmlns:a="http://schemas.openxmlformats.org/drawingml/2006/main">
              <a:ext uri="{FF2B5EF4-FFF2-40B4-BE49-F238E27FC236}">
                <a16:creationId xmlns:a16="http://schemas.microsoft.com/office/drawing/2014/main" id="{2F7FD4F7-CD68-4B9B-BA14-07BD69B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2019300"/>
            <a:ext cx="558800" cy="55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F268060B-1C04-4669-80DC-1C126767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2032000"/>
            <a:ext cx="558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83FF5A6C-D64E-465E-B141-AB29610D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11606"/>
            <a:ext cx="209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Probe</a:t>
            </a: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C51446E5-262F-4662-A93F-BEA11589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3178"/>
            <a:ext cx="2768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procfs / PSI / cgroup / SLO</a:t>
            </a:r>
          </a:p>
        </p:txBody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6F78FD1F-EBCE-47A2-95E3-A7922FD1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803400"/>
            <a:ext cx="32766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7881747C-CBA6-4E16-ACBA-9915A243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19300"/>
            <a:ext cx="558800" cy="55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C17F1E32-2F78-461C-8C79-D4D30663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2000"/>
            <a:ext cx="558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C94F14E6-13EE-4DFB-8D90-3F899FE9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0" y="2011606"/>
            <a:ext cx="209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Analyze</a:t>
            </a: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4E71C94-0B46-42E1-8055-0804D5DD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2723177"/>
            <a:ext cx="2768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规则分类 + 可审计原因</a:t>
            </a:r>
          </a:p>
        </p:txBody>
      </p:sp>
      <p:sp>
        <p:nvSpPr>
          <p:cNvPr id="14" name="矩形: 圆角 13">
            <a:extLst xmlns:a="http://schemas.openxmlformats.org/drawingml/2006/main">
              <a:ext uri="{FF2B5EF4-FFF2-40B4-BE49-F238E27FC236}">
                <a16:creationId xmlns:a16="http://schemas.microsoft.com/office/drawing/2014/main" id="{CD6B82FC-683D-42EC-941F-CDBA0C8B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3400"/>
            <a:ext cx="32766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矩形: 圆角 14">
            <a:extLst xmlns:a="http://schemas.openxmlformats.org/drawingml/2006/main">
              <a:ext uri="{FF2B5EF4-FFF2-40B4-BE49-F238E27FC236}">
                <a16:creationId xmlns:a16="http://schemas.microsoft.com/office/drawing/2014/main" id="{79CECB58-6254-4F24-AA56-5CA2BA52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019300"/>
            <a:ext cx="558800" cy="55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7B2A6DDC-0E19-4C9E-A186-3D893B4B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032000"/>
            <a:ext cx="558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5D2839D0-5122-45BD-A7AC-5DF618BC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800" y="2011606"/>
            <a:ext cx="209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1B1162C0-0BB1-4497-A7C2-9403D082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723177"/>
            <a:ext cx="2768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DeepSeek 提案 + 学习型专家路由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F276EB17-9DDB-4C11-9ACA-8333129D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708400"/>
            <a:ext cx="32766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矩形: 圆角 19">
            <a:extLst xmlns:a="http://schemas.openxmlformats.org/drawingml/2006/main">
              <a:ext uri="{FF2B5EF4-FFF2-40B4-BE49-F238E27FC236}">
                <a16:creationId xmlns:a16="http://schemas.microsoft.com/office/drawing/2014/main" id="{97452FB7-6B4D-428E-8F6B-EE4F9F6B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3924300"/>
            <a:ext cx="558800" cy="55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C7BA21CA-1936-4042-A375-CA4BF11C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3937000"/>
            <a:ext cx="558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D912577D-96BB-489A-B4E2-D30109AA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916606"/>
            <a:ext cx="209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Act</a:t>
            </a:r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921DCC49-70E9-4D6A-8A26-2C282499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8177"/>
            <a:ext cx="2768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cgroup v2 + scx + eBPF</a:t>
            </a:r>
          </a:p>
        </p:txBody>
      </p:sp>
      <p:sp>
        <p:nvSpPr>
          <p:cNvPr id="24" name="矩形: 圆角 23">
            <a:extLst xmlns:a="http://schemas.openxmlformats.org/drawingml/2006/main">
              <a:ext uri="{FF2B5EF4-FFF2-40B4-BE49-F238E27FC236}">
                <a16:creationId xmlns:a16="http://schemas.microsoft.com/office/drawing/2014/main" id="{50162974-E746-4A19-906C-331584DE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708400"/>
            <a:ext cx="32766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矩形: 圆角 24">
            <a:extLst xmlns:a="http://schemas.openxmlformats.org/drawingml/2006/main">
              <a:ext uri="{FF2B5EF4-FFF2-40B4-BE49-F238E27FC236}">
                <a16:creationId xmlns:a16="http://schemas.microsoft.com/office/drawing/2014/main" id="{065F0C49-0FF0-4D8D-AF5C-8D6A9036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24300"/>
            <a:ext cx="558800" cy="55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D662F401-5818-41D2-9C0D-80C6E572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37000"/>
            <a:ext cx="558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15BABB8B-B330-44AD-B15C-585B692C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0" y="3916606"/>
            <a:ext cx="209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Verify</a:t>
            </a:r>
          </a:p>
        </p:txBody>
      </p:sp>
      <p:sp>
        <p:nvSpPr>
          <p:cNvPr id="28" name="文本框 27">
            <a:extLst xmlns:a="http://schemas.openxmlformats.org/drawingml/2006/main">
              <a:ext uri="{FF2B5EF4-FFF2-40B4-BE49-F238E27FC236}">
                <a16:creationId xmlns:a16="http://schemas.microsoft.com/office/drawing/2014/main" id="{AC127B05-A72D-4CDF-977A-E8DA137B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28178"/>
            <a:ext cx="2768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RPS / P99 / 公平性 / eBPF 计数</a:t>
            </a:r>
          </a:p>
        </p:txBody>
      </p:sp>
      <p:sp>
        <p:nvSpPr>
          <p:cNvPr id="29" name="矩形: 圆角 28">
            <a:extLst xmlns:a="http://schemas.openxmlformats.org/drawingml/2006/main">
              <a:ext uri="{FF2B5EF4-FFF2-40B4-BE49-F238E27FC236}">
                <a16:creationId xmlns:a16="http://schemas.microsoft.com/office/drawing/2014/main" id="{383A1B46-FB7E-4CE9-A094-5D5E4F7F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08400"/>
            <a:ext cx="32766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矩形: 圆角 29">
            <a:extLst xmlns:a="http://schemas.openxmlformats.org/drawingml/2006/main">
              <a:ext uri="{FF2B5EF4-FFF2-40B4-BE49-F238E27FC236}">
                <a16:creationId xmlns:a16="http://schemas.microsoft.com/office/drawing/2014/main" id="{2E880CD3-A4F1-405F-B318-DC81A40B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24300"/>
            <a:ext cx="558800" cy="55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文本框 30">
            <a:extLst xmlns:a="http://schemas.openxmlformats.org/drawingml/2006/main">
              <a:ext uri="{FF2B5EF4-FFF2-40B4-BE49-F238E27FC236}">
                <a16:creationId xmlns:a16="http://schemas.microsoft.com/office/drawing/2014/main" id="{B062E394-5614-4544-A8DE-E66FD56B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37000"/>
            <a:ext cx="558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2" name="文本框 31">
            <a:extLst xmlns:a="http://schemas.openxmlformats.org/drawingml/2006/main">
              <a:ext uri="{FF2B5EF4-FFF2-40B4-BE49-F238E27FC236}">
                <a16:creationId xmlns:a16="http://schemas.microsoft.com/office/drawing/2014/main" id="{D94EC437-A692-4891-BF96-42670DAC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800" y="3916606"/>
            <a:ext cx="209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Rollback</a:t>
            </a:r>
          </a:p>
        </p:txBody>
      </p:sp>
      <p:sp>
        <p:nvSpPr>
          <p:cNvPr id="33" name="文本框 32">
            <a:extLst xmlns:a="http://schemas.openxmlformats.org/drawingml/2006/main">
              <a:ext uri="{FF2B5EF4-FFF2-40B4-BE49-F238E27FC236}">
                <a16:creationId xmlns:a16="http://schemas.microsoft.com/office/drawing/2014/main" id="{FCFEF2D3-7555-41C8-8DF7-BBCF0FA5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28177"/>
            <a:ext cx="2768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跨 cgroup / scx / eBPF 恢复</a:t>
            </a:r>
          </a:p>
        </p:txBody>
      </p:sp>
    </p:spTree>
    <p:extLst>
      <p:ext uri="{BB962C8B-B14F-4D97-AF65-F5344CB8AC3E}">
        <p14:creationId xmlns:p14="http://schemas.microsoft.com/office/powerpoint/2010/main" val="15787397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9B57CC18-92E6-4706-9B54-D319ACE3A0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2.2 三项机制让性能收益可信、可解释、可恢复</a:t>
            </a: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93FB0309-7D13-431C-90A9-8C440225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1816100"/>
            <a:ext cx="3276600" cy="35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67DDF425-9D74-4854-BE4D-36ED49F7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1957745"/>
            <a:ext cx="698500" cy="400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AF7BE84C-35B2-45E1-A40E-24ED52A5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2656617"/>
            <a:ext cx="2794000" cy="3231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真实 native scx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CA77EDC0-5C90-4666-A49A-1D63CD65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3399051"/>
            <a:ext cx="2794000" cy="6924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BPF struct_ops + 三类 DSQ + weighted-vtime；用户态通过 map 动态下发分类与权重。</a:t>
            </a:r>
          </a:p>
        </p:txBody>
      </p:sp>
      <p:sp>
        <p:nvSpPr>
          <p:cNvPr id="8" name="矩形: 圆角 7">
            <a:extLst xmlns:a="http://schemas.openxmlformats.org/drawingml/2006/main">
              <a:ext uri="{FF2B5EF4-FFF2-40B4-BE49-F238E27FC236}">
                <a16:creationId xmlns:a16="http://schemas.microsoft.com/office/drawing/2014/main" id="{19C96170-521B-414C-BFBB-7BA9BF72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816100"/>
            <a:ext cx="3276600" cy="35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20368A9-5666-44F7-811B-C630D287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0" y="1957745"/>
            <a:ext cx="698500" cy="400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DEE3EAA1-16BD-41E6-93B0-26F0E5F1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0" y="2656617"/>
            <a:ext cx="2794000" cy="3231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公平性门控</a:t>
            </a:r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E21FB963-CA90-443C-8EA0-34499795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0" y="3399051"/>
            <a:ext cx="2794000" cy="6924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统计后台 CPU 进度；低于 25% 保留率的实验自动标记为无效，拒绝“饿死后台”。</a:t>
            </a:r>
          </a:p>
        </p:txBody>
      </p:sp>
      <p:sp>
        <p:nvSpPr>
          <p:cNvPr id="12" name="矩形: 圆角 11">
            <a:extLst xmlns:a="http://schemas.openxmlformats.org/drawingml/2006/main">
              <a:ext uri="{FF2B5EF4-FFF2-40B4-BE49-F238E27FC236}">
                <a16:creationId xmlns:a16="http://schemas.microsoft.com/office/drawing/2014/main" id="{52DC9226-A7E0-4D34-BA1E-E3575C78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16100"/>
            <a:ext cx="3276600" cy="35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249F78E8-1EDE-46E9-9C8A-F4742DE2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57745"/>
            <a:ext cx="698500" cy="400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47688AC4-3B3D-4B3E-B82E-5FC5C2C2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56617"/>
            <a:ext cx="2794000" cy="3231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Canary + 内核证据</a:t>
            </a: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F266C9B2-2FC6-4AE2-97AE-04F7FD67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99051"/>
            <a:ext cx="2794000" cy="6924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真实 wrk + 四类 eBPF 计数；任一安全门失败即恢复 cgroup/scx 并卸载 hooks。</a:t>
            </a: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3CB05519-8B46-4EE9-81E0-E6AE8CAE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5699983"/>
            <a:ext cx="105410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DeepSeek 只提案；Schema、白名单、Canary 和四类 eBPF 证据共同约束真实执行。</a:t>
            </a:r>
          </a:p>
        </p:txBody>
      </p:sp>
    </p:spTree>
    <p:extLst>
      <p:ext uri="{BB962C8B-B14F-4D97-AF65-F5344CB8AC3E}">
        <p14:creationId xmlns:p14="http://schemas.microsoft.com/office/powerpoint/2010/main" val="175796868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占位符 1">
            <a:extLst xmlns:a="http://schemas.openxmlformats.org/drawingml/2006/main">
              <a:ext uri="{FF2B5EF4-FFF2-40B4-BE49-F238E27FC236}">
                <a16:creationId xmlns:a16="http://schemas.microsoft.com/office/drawing/2014/main" id="{C2455FEC-068E-425B-8F43-6526ED31C77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技术难点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EE20744-A7D3-4AE3-9ADB-FBB8A30F024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 openEuler SP4 上打通内核能力、特权执行与失败恢复</a:t>
            </a:r>
          </a:p>
        </p:txBody>
      </p:sp>
    </p:spTree>
    <p:extLst>
      <p:ext uri="{BB962C8B-B14F-4D97-AF65-F5344CB8AC3E}">
        <p14:creationId xmlns:p14="http://schemas.microsoft.com/office/powerpoint/2010/main" val="32117357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4B495144-2A3D-4B24-BBA3-A4FFD32F6A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3.1 打通 openEuler SP4 的真实 sched_ext</a:t>
            </a: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AD5AE372-3F4A-4859-B4A3-EE5316BB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7465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922F6942-15FA-4E18-9B94-4B9BC478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1892300"/>
            <a:ext cx="32385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openEuler SP4 stock kernel</a:t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9974952D-6E99-4E37-AB55-BD6DAE6A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2272556"/>
            <a:ext cx="32385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未启用 CONFIG_SCHED_CLASS_EXT</a:t>
            </a:r>
          </a:p>
          <a:p xmlns:a="http://schemas.openxmlformats.org/drawingml/2006/main"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自动进入 cgroup-only fallback</a:t>
            </a:r>
          </a:p>
        </p:txBody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6136DD4E-3A79-4C75-B542-9CC4CAB2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89200"/>
            <a:ext cx="889000" cy="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矩形: 圆角 7">
            <a:extLst xmlns:a="http://schemas.openxmlformats.org/drawingml/2006/main">
              <a:ext uri="{FF2B5EF4-FFF2-40B4-BE49-F238E27FC236}">
                <a16:creationId xmlns:a16="http://schemas.microsoft.com/office/drawing/2014/main" id="{CEA1D2F7-F884-461B-BDD4-A667D143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714500"/>
            <a:ext cx="5867400" cy="154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27DEB7A4-822B-4AD5-982D-EBFE7421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892300"/>
            <a:ext cx="5334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可审计的 schedx1 内核路径</a:t>
            </a: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CA7F568C-AEA6-4DE8-827C-0BFA8501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59856"/>
            <a:ext cx="53340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官方源 RPM + 最小配置启用 + 独立版本后缀</a:t>
            </a:r>
          </a:p>
          <a:p xmlns:a="http://schemas.openxmlformats.org/drawingml/2006/main"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保留 stock kernel 回退入口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976C1E98-1F6E-4FE3-9FAE-9E1B909B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9000" y="4508500"/>
            <a:ext cx="114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2C7ADE94-AA7E-4EBB-B7B1-8D2F7895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000" y="4508500"/>
            <a:ext cx="114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7C0581ED-4EF0-4A0E-B461-48DC9751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08500"/>
            <a:ext cx="114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矩形: 圆角 13">
            <a:extLst xmlns:a="http://schemas.openxmlformats.org/drawingml/2006/main">
              <a:ext uri="{FF2B5EF4-FFF2-40B4-BE49-F238E27FC236}">
                <a16:creationId xmlns:a16="http://schemas.microsoft.com/office/drawing/2014/main" id="{D6ACD69A-7B61-4CC7-90D7-25CA6455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3937000"/>
            <a:ext cx="2349500" cy="11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E501403B-FD2A-442A-8791-49273350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" y="4084394"/>
            <a:ext cx="2044700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用户态 Agent</a:t>
            </a:r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7EDFF7FB-24B5-48D2-861A-EFFE6865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" y="4541967"/>
            <a:ext cx="20447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分类 / 权重 / 生命周期</a:t>
            </a:r>
          </a:p>
        </p:txBody>
      </p:sp>
      <p:sp>
        <p:nvSpPr>
          <p:cNvPr id="17" name="矩形: 圆角 16">
            <a:extLst xmlns:a="http://schemas.openxmlformats.org/drawingml/2006/main">
              <a:ext uri="{FF2B5EF4-FFF2-40B4-BE49-F238E27FC236}">
                <a16:creationId xmlns:a16="http://schemas.microsoft.com/office/drawing/2014/main" id="{B582E841-1E59-46EA-B80E-7668D659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937000"/>
            <a:ext cx="2349500" cy="11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55A8665C-E53C-4CB7-A6A9-B012CC0E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4900" y="4084394"/>
            <a:ext cx="2044700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scx daemon</a:t>
            </a: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7227E507-D26A-4A89-A2AA-D11E8AB2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4900" y="4541967"/>
            <a:ext cx="20447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唯一 struct_ops owner</a:t>
            </a:r>
          </a:p>
        </p:txBody>
      </p:sp>
      <p:sp>
        <p:nvSpPr>
          <p:cNvPr id="20" name="矩形: 圆角 19">
            <a:extLst xmlns:a="http://schemas.openxmlformats.org/drawingml/2006/main">
              <a:ext uri="{FF2B5EF4-FFF2-40B4-BE49-F238E27FC236}">
                <a16:creationId xmlns:a16="http://schemas.microsoft.com/office/drawing/2014/main" id="{370CB01A-22AB-481A-AEAF-25196503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7000"/>
            <a:ext cx="2349500" cy="11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104233C8-ED65-48FF-9F5A-CB71AA06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84394"/>
            <a:ext cx="2044700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sched_ext + eBPF maps</a:t>
            </a:r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1FE2BCA8-2A47-40F7-9BD0-709DEA8B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41967"/>
            <a:ext cx="20447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策略 / 观测 / 审计</a:t>
            </a:r>
          </a:p>
        </p:txBody>
      </p:sp>
      <p:sp>
        <p:nvSpPr>
          <p:cNvPr id="23" name="矩形: 圆角 22">
            <a:extLst xmlns:a="http://schemas.openxmlformats.org/drawingml/2006/main">
              <a:ext uri="{FF2B5EF4-FFF2-40B4-BE49-F238E27FC236}">
                <a16:creationId xmlns:a16="http://schemas.microsoft.com/office/drawing/2014/main" id="{8042FED8-75FF-4068-87D1-914CEB92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0500" y="3937000"/>
            <a:ext cx="2349500" cy="11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14488700-E85B-43F3-A9A5-9998220D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2900" y="4084394"/>
            <a:ext cx="2044700" cy="51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scx_agent + 4 hooks</a:t>
            </a: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639BB7E7-92A0-41DC-8A15-5F8CE00E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2900" y="4449634"/>
            <a:ext cx="20447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调度 / 网络 / 资源 / 安全</a:t>
            </a: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EBEE5B0B-61F5-4081-A8CF-DBCABBB5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41450"/>
            <a:ext cx="109220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实测环境：openEuler 24.03 LTS SP4，kernel 6.6.0-159.4.3.154.oe2403sp4.schedx1。</a:t>
            </a:r>
          </a:p>
        </p:txBody>
      </p:sp>
    </p:spTree>
    <p:extLst>
      <p:ext uri="{BB962C8B-B14F-4D97-AF65-F5344CB8AC3E}">
        <p14:creationId xmlns:p14="http://schemas.microsoft.com/office/powerpoint/2010/main" val="27085333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152314E7-D508-4EB1-817B-9B2BE2FB4E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3.2 特权动作必须经过四道安全门</a:t>
            </a: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C523C572-F277-4C68-BEC4-43B2B765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0" y="2425700"/>
            <a:ext cx="0" cy="30480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矩形: 圆角 4">
            <a:extLst xmlns:a="http://schemas.openxmlformats.org/drawingml/2006/main">
              <a:ext uri="{FF2B5EF4-FFF2-40B4-BE49-F238E27FC236}">
                <a16:creationId xmlns:a16="http://schemas.microsoft.com/office/drawing/2014/main" id="{F91BA2EF-F9FC-49C3-BEC7-3DC1977D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1689100"/>
            <a:ext cx="2794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6EB046C1-1810-4E4E-954F-0903E516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1775311"/>
            <a:ext cx="23876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目标门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0760FD4A-4A7C-498B-BD89-D553C3CB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1689100"/>
            <a:ext cx="7239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F4664ADA-D7D9-44F4-A997-9562DF80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1821478"/>
            <a:ext cx="6705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精确 comm / cmdline / child 关系；保护 schedx、sshd、systemd 等进程</a:t>
            </a:r>
          </a:p>
        </p:txBody>
      </p:sp>
      <p:sp>
        <p:nvSpPr>
          <p:cNvPr id="9" name="直接连接符 8">
            <a:extLst xmlns:a="http://schemas.openxmlformats.org/drawingml/2006/main">
              <a:ext uri="{FF2B5EF4-FFF2-40B4-BE49-F238E27FC236}">
                <a16:creationId xmlns:a16="http://schemas.microsoft.com/office/drawing/2014/main" id="{6F426F27-DD29-4BF7-98A7-D9C6085C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0" y="3467100"/>
            <a:ext cx="0" cy="30480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BCD1E079-267D-493F-BA10-ECFEF0B1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2730500"/>
            <a:ext cx="2794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5118FED1-A9A4-4E4C-9813-09641DDC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2816711"/>
            <a:ext cx="23876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动作门</a:t>
            </a:r>
          </a:p>
        </p:txBody>
      </p:sp>
      <p:sp>
        <p:nvSpPr>
          <p:cNvPr id="12" name="矩形: 圆角 11">
            <a:extLst xmlns:a="http://schemas.openxmlformats.org/drawingml/2006/main">
              <a:ext uri="{FF2B5EF4-FFF2-40B4-BE49-F238E27FC236}">
                <a16:creationId xmlns:a16="http://schemas.microsoft.com/office/drawing/2014/main" id="{5DE468D9-462C-442B-AF48-C8D36FF7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2730500"/>
            <a:ext cx="7239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D8115FCD-5793-40C3-A0F6-77EF2874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862877"/>
            <a:ext cx="6705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结构化 Action、白名单命令、风险级别、写前 rollback 元数据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F14189D0-4CFD-408E-A423-5063CE5D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800" y="4508500"/>
            <a:ext cx="0" cy="30480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矩形: 圆角 14">
            <a:extLst xmlns:a="http://schemas.openxmlformats.org/drawingml/2006/main">
              <a:ext uri="{FF2B5EF4-FFF2-40B4-BE49-F238E27FC236}">
                <a16:creationId xmlns:a16="http://schemas.microsoft.com/office/drawing/2014/main" id="{E68D80F3-7152-4179-ACBD-212D01FB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3771900"/>
            <a:ext cx="2794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4BBDDC13-65BA-41F3-A847-9D7755D8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3858111"/>
            <a:ext cx="23876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17" name="矩形: 圆角 16">
            <a:extLst xmlns:a="http://schemas.openxmlformats.org/drawingml/2006/main">
              <a:ext uri="{FF2B5EF4-FFF2-40B4-BE49-F238E27FC236}">
                <a16:creationId xmlns:a16="http://schemas.microsoft.com/office/drawing/2014/main" id="{448B7468-2DC4-4B87-9515-74D013CC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3771900"/>
            <a:ext cx="7239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03DE525D-2BBF-4E00-9929-A25DADD3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3904277"/>
            <a:ext cx="6705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RPS / P99、后台保留率、sched_ext 与 eBPF 计数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A7072A1D-8C14-419C-B3D2-184A62FF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4813300"/>
            <a:ext cx="2794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70FD2C27-8C7F-4B1F-8509-5A004395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4899511"/>
            <a:ext cx="23876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恢复门</a:t>
            </a:r>
          </a:p>
        </p:txBody>
      </p:sp>
      <p:sp>
        <p:nvSpPr>
          <p:cNvPr id="21" name="矩形: 圆角 20">
            <a:extLst xmlns:a="http://schemas.openxmlformats.org/drawingml/2006/main">
              <a:ext uri="{FF2B5EF4-FFF2-40B4-BE49-F238E27FC236}">
                <a16:creationId xmlns:a16="http://schemas.microsoft.com/office/drawing/2014/main" id="{091D0F84-4EF1-46FB-8A9D-6D339373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0" y="4813300"/>
            <a:ext cx="7239000" cy="81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537EF4B4-85AF-4B38-A650-637CC16E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4945677"/>
            <a:ext cx="67056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恢复 cgroup → 移除 scx policy → 卸载 eBPF hooks</a:t>
            </a:r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C32396F9-6F88-4D8E-889D-43DC3E75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" y="5910877"/>
            <a:ext cx="104140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真实 rejected → rolled_back；cgroup、scx 与 eBPF 状态均恢复，无固定程序残留。</a:t>
            </a:r>
          </a:p>
        </p:txBody>
      </p:sp>
    </p:spTree>
    <p:extLst>
      <p:ext uri="{BB962C8B-B14F-4D97-AF65-F5344CB8AC3E}">
        <p14:creationId xmlns:p14="http://schemas.microsoft.com/office/powerpoint/2010/main" val="12672075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占位符 1">
            <a:extLst xmlns:a="http://schemas.openxmlformats.org/drawingml/2006/main">
              <a:ext uri="{FF2B5EF4-FFF2-40B4-BE49-F238E27FC236}">
                <a16:creationId xmlns:a16="http://schemas.microsoft.com/office/drawing/2014/main" id="{76C22621-35A8-4908-82D3-C48AC415D6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项目测试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113F517F-8868-47B0-8900-7F6DBD6F8F03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用四组消融、第二 workload 与失败注入证明闭环有效</a:t>
            </a:r>
          </a:p>
        </p:txBody>
      </p:sp>
    </p:spTree>
    <p:extLst>
      <p:ext uri="{BB962C8B-B14F-4D97-AF65-F5344CB8AC3E}">
        <p14:creationId xmlns:p14="http://schemas.microsoft.com/office/powerpoint/2010/main" val="17409590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401FCF00-DCD8-4704-8342-754A54F95B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4.1 正式实验环境与质量门槛</a:t>
            </a: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4F0FDB96-2551-4ADE-B456-6ACE14BB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1714500"/>
            <a:ext cx="2413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9B274086-9CF9-4785-BCDB-25AFE3D8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39156"/>
            <a:ext cx="20574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 vCPU</a:t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70B7B28C-E01E-4749-A4C4-2767BF57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75272"/>
            <a:ext cx="20574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openEuler SP4 虚拟机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0220835E-800E-476D-A8B1-68F2B583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14500"/>
            <a:ext cx="2413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6070B134-0995-43EB-9BA8-F417F766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800" y="1739156"/>
            <a:ext cx="20574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6E44EB"/>
                </a:solidFill>
                <a:latin typeface="微软雅黑"/>
                <a:ea typeface="微软雅黑"/>
                <a:cs typeface="微软雅黑"/>
              </a:rPr>
              <a:t>20s × 5</a:t>
            </a: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6A3B4F28-1083-4080-B4E6-1F2BF49A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800" y="2375272"/>
            <a:ext cx="20574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每种调度方案重复实验</a:t>
            </a: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3382C571-B712-485E-9B8D-AA3ECA85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500" y="1714500"/>
            <a:ext cx="2413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74FC6726-EE14-48C3-9DCB-E65F72CF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1739156"/>
            <a:ext cx="20574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1CA669"/>
                </a:solidFill>
                <a:latin typeface="微软雅黑"/>
                <a:ea typeface="微软雅黑"/>
                <a:cs typeface="微软雅黑"/>
              </a:rPr>
              <a:t>167 passed</a:t>
            </a:r>
            <a:endParaRPr sz="2800" b="1">
              <a:solidFill>
                <a:srgbClr val="1CA66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6F1F472E-F334-4499-B47D-423615D3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300" y="2375272"/>
            <a:ext cx="20574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openEuler 自动化测试</a:t>
            </a:r>
          </a:p>
        </p:txBody>
      </p:sp>
      <p:sp>
        <p:nvSpPr>
          <p:cNvPr id="13" name="矩形: 圆角 12">
            <a:extLst xmlns:a="http://schemas.openxmlformats.org/drawingml/2006/main">
              <a:ext uri="{FF2B5EF4-FFF2-40B4-BE49-F238E27FC236}">
                <a16:creationId xmlns:a16="http://schemas.microsoft.com/office/drawing/2014/main" id="{29371784-FDFD-4A5C-BBA8-F3F4B7C1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1714500"/>
            <a:ext cx="2413000" cy="12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1A5B2C90-4921-40F7-9484-C37EDDD7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39156"/>
            <a:ext cx="20574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rgbClr val="15BDE5"/>
                </a:solidFill>
                <a:latin typeface="微软雅黑"/>
                <a:ea typeface="微软雅黑"/>
                <a:cs typeface="微软雅黑"/>
              </a:rPr>
              <a:t>0 rejected</a:t>
            </a: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1F3C4154-4BE2-40FE-96A6-08F7CB4B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75272"/>
            <a:ext cx="20574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sched_ext nr_rejected</a:t>
            </a:r>
          </a:p>
        </p:txBody>
      </p:sp>
      <p:sp>
        <p:nvSpPr>
          <p:cNvPr id="16" name="矩形: 圆角 15">
            <a:extLst xmlns:a="http://schemas.openxmlformats.org/drawingml/2006/main">
              <a:ext uri="{FF2B5EF4-FFF2-40B4-BE49-F238E27FC236}">
                <a16:creationId xmlns:a16="http://schemas.microsoft.com/office/drawing/2014/main" id="{04D07882-15B6-40AF-893F-2A6468C6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3429000"/>
            <a:ext cx="514350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75F1DBBF-B72A-4D41-B96D-547E0E88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3619500"/>
            <a:ext cx="4572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实验矩阵</a:t>
            </a: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00D6F5D1-501C-4264-ADE3-0501592C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250" y="4052564"/>
            <a:ext cx="4572000" cy="9575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nginx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wrk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+ stress-ng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四组消融</a:t>
            </a:r>
            <a:endParaRPr sz="150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Redis / sysbench 多工作负载重复实验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DeepSeek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Agent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trace：accepted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/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rolled_back</a:t>
            </a:r>
            <a:endParaRPr sz="150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0369015F-96DF-4868-89CC-42DB0A99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500" y="3429000"/>
            <a:ext cx="514350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9694635A-B456-48A6-92A1-C28B623F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3584000"/>
            <a:ext cx="4572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有效性约束</a:t>
            </a:r>
            <a:endParaRPr b="1">
              <a:solidFill>
                <a:srgbClr val="101F4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7C77E8B6-6106-41BE-840C-734DBDA8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002133"/>
            <a:ext cx="4572000" cy="9575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相同参数、保留全部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raw output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后台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CPU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保留率不得低于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 25%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800"/>
              </a:spcAft>
              <a:buNone/>
            </a:pP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500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失败与负向结果不做人工修饰</a:t>
            </a:r>
            <a:endParaRPr sz="1500">
              <a:solidFill>
                <a:srgbClr val="12192C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1888859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AAE1562B-0E36-41C3-A232-23F0003CE4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4.2 五种调度方案在同一混合负载下横向对比</a:t>
            </a:r>
          </a:p>
        </p:txBody>
      </p:sp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AE016D3A-1BAC-4809-A0B0-6EFA7863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1625600"/>
            <a:ext cx="4953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Mean RPS（越高越好）</a:t>
            </a: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1BB685A-FD62-4D0E-A811-14465797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00" y="1625600"/>
            <a:ext cx="4953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P99 延迟 / ms（越低越好）</a:t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34809083-4F33-4509-BDFC-79111D3A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2306766"/>
            <a:ext cx="1168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default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88D00DDB-F507-44DA-870F-66D9B33D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500" y="2286000"/>
            <a:ext cx="1760220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89A3"/>
          </a:solidFill>
          <a:ln xmlns:a="http://schemas.openxmlformats.org/drawingml/2006/main" w="9525">
            <a:solidFill>
              <a:srgbClr val="7C89A3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B5269CBF-865F-454B-B0A9-DF67C94B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2306766"/>
            <a:ext cx="8890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63,805</a:t>
            </a: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4434B8CB-000B-434B-8E7D-C7A288D1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00" y="2306766"/>
            <a:ext cx="1422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default</a:t>
            </a: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70B5AC18-021B-46A2-9560-C90C2456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798195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89A3"/>
          </a:solidFill>
          <a:ln xmlns:a="http://schemas.openxmlformats.org/drawingml/2006/main" w="9525">
            <a:solidFill>
              <a:srgbClr val="7C89A3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689CFAF8-C52F-4AEB-B115-1E1F02AF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3400" y="2306766"/>
            <a:ext cx="6985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7.49</a:t>
            </a: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84444A04-1E71-4AD7-A71F-9626989C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81467"/>
            <a:ext cx="1168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scx_simple</a:t>
            </a:r>
          </a:p>
        </p:txBody>
      </p:sp>
      <p:sp>
        <p:nvSpPr>
          <p:cNvPr id="13" name="矩形: 圆角 12">
            <a:extLst xmlns:a="http://schemas.openxmlformats.org/drawingml/2006/main">
              <a:ext uri="{FF2B5EF4-FFF2-40B4-BE49-F238E27FC236}">
                <a16:creationId xmlns:a16="http://schemas.microsoft.com/office/drawing/2014/main" id="{368A26E1-23C1-4B9B-A212-0A001C32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500" y="3060700"/>
            <a:ext cx="2372678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BDE5"/>
          </a:solidFill>
          <a:ln xmlns:a="http://schemas.openxmlformats.org/drawingml/2006/main" w="9525">
            <a:solidFill>
              <a:srgbClr val="15BDE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A7C14D36-50B7-431F-A1FF-53EC0321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3081466"/>
            <a:ext cx="8890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86,021</a:t>
            </a: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C6613A04-DEDD-4196-A031-4A016F1C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00" y="3081466"/>
            <a:ext cx="1422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scx_simple</a:t>
            </a:r>
          </a:p>
        </p:txBody>
      </p:sp>
      <p:sp>
        <p:nvSpPr>
          <p:cNvPr id="16" name="矩形: 圆角 15">
            <a:extLst xmlns:a="http://schemas.openxmlformats.org/drawingml/2006/main">
              <a:ext uri="{FF2B5EF4-FFF2-40B4-BE49-F238E27FC236}">
                <a16:creationId xmlns:a16="http://schemas.microsoft.com/office/drawing/2014/main" id="{2D5CB7A8-2AB3-4DD1-A563-0C1782A6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60700"/>
            <a:ext cx="2563178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BDE5"/>
          </a:solidFill>
          <a:ln xmlns:a="http://schemas.openxmlformats.org/drawingml/2006/main" w="9525">
            <a:solidFill>
              <a:srgbClr val="15BDE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12D03DE2-F112-41D6-B8AC-99EED5F7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3400" y="3081466"/>
            <a:ext cx="6985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24.07</a:t>
            </a:r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F2EF07E4-C0AE-4505-A412-326A5226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856166"/>
            <a:ext cx="1168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scx_flatcg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3F9CA506-D1AF-4867-A8A8-9D5DA7CD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500" y="3835400"/>
            <a:ext cx="2376488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E44EB"/>
          </a:solidFill>
          <a:ln xmlns:a="http://schemas.openxmlformats.org/drawingml/2006/main" w="9525">
            <a:solidFill>
              <a:srgbClr val="6E44EB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93DEFCC1-70C6-419B-8FDD-E9091C5F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3856166"/>
            <a:ext cx="8890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86,155</a:t>
            </a: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71D83275-F564-476E-9FDC-4BAA229E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00" y="3856166"/>
            <a:ext cx="1422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scx_flatcg</a:t>
            </a:r>
          </a:p>
        </p:txBody>
      </p:sp>
      <p:sp>
        <p:nvSpPr>
          <p:cNvPr id="22" name="矩形: 圆角 21">
            <a:extLst xmlns:a="http://schemas.openxmlformats.org/drawingml/2006/main">
              <a:ext uri="{FF2B5EF4-FFF2-40B4-BE49-F238E27FC236}">
                <a16:creationId xmlns:a16="http://schemas.microsoft.com/office/drawing/2014/main" id="{2198B631-5562-4CA3-B278-939654BB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35400"/>
            <a:ext cx="2538413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E44EB"/>
          </a:solidFill>
          <a:ln xmlns:a="http://schemas.openxmlformats.org/drawingml/2006/main" w="9525">
            <a:solidFill>
              <a:srgbClr val="6E44EB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52EBD104-1CEA-457F-83D8-DBCE9D05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3400" y="3856166"/>
            <a:ext cx="6985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23.84</a:t>
            </a:r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3DAB182C-7F70-493E-A406-BC7BADFF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4538534"/>
            <a:ext cx="11684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scx_agent</a:t>
            </a:r>
          </a:p>
        </p:txBody>
      </p:sp>
      <p:sp>
        <p:nvSpPr>
          <p:cNvPr id="25" name="矩形: 圆角 24">
            <a:extLst xmlns:a="http://schemas.openxmlformats.org/drawingml/2006/main">
              <a:ext uri="{FF2B5EF4-FFF2-40B4-BE49-F238E27FC236}">
                <a16:creationId xmlns:a16="http://schemas.microsoft.com/office/drawing/2014/main" id="{8827D899-3699-4E8E-82FA-E791FFF7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500" y="4610100"/>
            <a:ext cx="3153728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89F27AAD-A076-480B-A70A-17628AC8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0" y="4630866"/>
            <a:ext cx="8890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114,225</a:t>
            </a: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68FFFC3E-EA16-4814-AA82-4231D67A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00" y="4630867"/>
            <a:ext cx="14224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scx_agent</a:t>
            </a:r>
          </a:p>
        </p:txBody>
      </p:sp>
      <p:sp>
        <p:nvSpPr>
          <p:cNvPr id="28" name="矩形: 圆角 27">
            <a:extLst xmlns:a="http://schemas.openxmlformats.org/drawingml/2006/main">
              <a:ext uri="{FF2B5EF4-FFF2-40B4-BE49-F238E27FC236}">
                <a16:creationId xmlns:a16="http://schemas.microsoft.com/office/drawing/2014/main" id="{18D68041-0A98-4575-9FA2-774581FC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318135" cy="27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95925B9E-6FE0-4340-97B8-EAAC4DA3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3400" y="4630866"/>
            <a:ext cx="6985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2.99</a:t>
            </a:r>
          </a:p>
        </p:txBody>
      </p:sp>
      <p:sp>
        <p:nvSpPr>
          <p:cNvPr id="30" name="矩形: 圆角 29">
            <a:extLst xmlns:a="http://schemas.openxmlformats.org/drawingml/2006/main">
              <a:ext uri="{FF2B5EF4-FFF2-40B4-BE49-F238E27FC236}">
                <a16:creationId xmlns:a16="http://schemas.microsoft.com/office/drawing/2014/main" id="{C3AA0FE0-FB51-44FA-AB0C-E0D41390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5473700"/>
            <a:ext cx="10655300" cy="546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E1E9FC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文本框 30">
            <a:extLst xmlns:a="http://schemas.openxmlformats.org/drawingml/2006/main">
              <a:ext uri="{FF2B5EF4-FFF2-40B4-BE49-F238E27FC236}">
                <a16:creationId xmlns:a16="http://schemas.microsoft.com/office/drawing/2014/main" id="{3727F5EB-8281-49C0-BED3-5C4A52CF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" y="5565289"/>
            <a:ext cx="10160000" cy="2462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scx_agent：RPS +79.02%，P99 -60.04%，后台保留 30.48%（公平门槛 25%）</a:t>
            </a:r>
          </a:p>
        </p:txBody>
      </p:sp>
      <p:sp>
        <p:nvSpPr>
          <p:cNvPr id="32" name="文本框 31">
            <a:extLst xmlns:a="http://schemas.openxmlformats.org/drawingml/2006/main">
              <a:ext uri="{FF2B5EF4-FFF2-40B4-BE49-F238E27FC236}">
                <a16:creationId xmlns:a16="http://schemas.microsoft.com/office/drawing/2014/main" id="{FD708537-9F4D-480E-B0FC-4BB3B6B0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41450"/>
            <a:ext cx="109220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补充：scx_qmap 为 5,476 RPS / 21.34 ms；五次原始结果见 results/scx-compare-formal/2026-08-29_20-14-31/。</a:t>
            </a:r>
          </a:p>
        </p:txBody>
      </p:sp>
    </p:spTree>
    <p:extLst>
      <p:ext uri="{BB962C8B-B14F-4D97-AF65-F5344CB8AC3E}">
        <p14:creationId xmlns:p14="http://schemas.microsoft.com/office/powerpoint/2010/main" val="41814283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567CECFF-4808-4450-9B2D-C2BF1BCC01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4.3 多工作负载与失败注入均通过实测</a:t>
            </a: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666FC0CD-11C2-44A5-A328-C018EA6E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1800"/>
            <a:ext cx="5207000" cy="381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84FEFE3-978C-4F4A-B179-DB223AB3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4606"/>
            <a:ext cx="46355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sysbench 批处理吞吐</a:t>
            </a:r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172DAEC1-3515-472E-802F-AC917D23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2641972"/>
            <a:ext cx="11430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baseline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9A4AE425-277A-4C04-882B-585834F1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300" y="2628900"/>
            <a:ext cx="2818437" cy="30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89A3"/>
          </a:solidFill>
          <a:ln xmlns:a="http://schemas.openxmlformats.org/drawingml/2006/main" w="9525">
            <a:solidFill>
              <a:srgbClr val="7C89A3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03C92696-4116-4C26-BA8F-E2C1F135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600" y="2649667"/>
            <a:ext cx="5969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16,158</a:t>
            </a:r>
          </a:p>
        </p:txBody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11DAFE8E-F580-4209-BF4C-800E264E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3480172"/>
            <a:ext cx="11430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interference</a:t>
            </a: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2726F921-38C7-4F02-BD39-0AF7BB6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300" y="3467100"/>
            <a:ext cx="1480580" cy="30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8430"/>
          </a:solidFill>
          <a:ln xmlns:a="http://schemas.openxmlformats.org/drawingml/2006/main" w="9525">
            <a:solidFill>
              <a:srgbClr val="EE8430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5AC619CB-3AA4-462A-A332-1E5AE9DA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600" y="3487866"/>
            <a:ext cx="5969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8,905</a:t>
            </a: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E5A345A5-614B-43B2-BDAF-9CC684CA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" y="4318372"/>
            <a:ext cx="11430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SchedX</a:t>
            </a:r>
          </a:p>
        </p:txBody>
      </p:sp>
      <p:sp>
        <p:nvSpPr>
          <p:cNvPr id="13" name="矩形: 圆角 12">
            <a:extLst xmlns:a="http://schemas.openxmlformats.org/drawingml/2006/main">
              <a:ext uri="{FF2B5EF4-FFF2-40B4-BE49-F238E27FC236}">
                <a16:creationId xmlns:a16="http://schemas.microsoft.com/office/drawing/2014/main" id="{D4E5513F-2AE1-4475-9DFA-369ABC66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300" y="4305300"/>
            <a:ext cx="2524510" cy="304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4E8"/>
          </a:solidFill>
          <a:ln xmlns:a="http://schemas.openxmlformats.org/drawingml/2006/main" w="9525">
            <a:solidFill>
              <a:srgbClr val="2C54E8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4CBBA58-51D8-4AE7-BB27-9FF6123C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600" y="4326067"/>
            <a:ext cx="596900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>
                <a:solidFill>
                  <a:srgbClr val="12192C"/>
                </a:solidFill>
                <a:latin typeface="微软雅黑"/>
                <a:ea typeface="微软雅黑"/>
                <a:cs typeface="微软雅黑"/>
              </a:rPr>
              <a:t>14,802</a:t>
            </a:r>
          </a:p>
        </p:txBody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5255C468-DB8A-44D9-B9E7-F62DFD9E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20967"/>
            <a:ext cx="4635500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5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sysbench：吞吐 +66.22%，P95 2.93→0.36 ms；Redis：QPS +31.03%，P99 -38.75%</a:t>
            </a:r>
          </a:p>
        </p:txBody>
      </p:sp>
      <p:sp>
        <p:nvSpPr>
          <p:cNvPr id="16" name="矩形: 圆角 15">
            <a:extLst xmlns:a="http://schemas.openxmlformats.org/drawingml/2006/main">
              <a:ext uri="{FF2B5EF4-FFF2-40B4-BE49-F238E27FC236}">
                <a16:creationId xmlns:a16="http://schemas.microsoft.com/office/drawing/2014/main" id="{FBDD1D65-49A0-4E61-A75A-A8BCBFDC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0" y="1701800"/>
            <a:ext cx="5232400" cy="381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3FB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3FFA9859-5846-4B47-9E81-4C7A7E62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1884606"/>
            <a:ext cx="4699000" cy="2923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9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Canary 接受与拒绝路径</a:t>
            </a:r>
          </a:p>
        </p:txBody>
      </p:sp>
      <p:sp>
        <p:nvSpPr>
          <p:cNvPr id="18" name="矩形: 圆角 17">
            <a:extLst xmlns:a="http://schemas.openxmlformats.org/drawingml/2006/main">
              <a:ext uri="{FF2B5EF4-FFF2-40B4-BE49-F238E27FC236}">
                <a16:creationId xmlns:a16="http://schemas.microsoft.com/office/drawing/2014/main" id="{2C9794F5-3EC4-48EC-89A1-E3448B2B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01900"/>
            <a:ext cx="2209800" cy="1803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A66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4A2A422C-1045-4E59-BEA7-F89F125D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4694"/>
            <a:ext cx="1828800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1CA669"/>
                </a:solidFill>
                <a:latin typeface="微软雅黑"/>
                <a:ea typeface="微软雅黑"/>
                <a:cs typeface="微软雅黑"/>
              </a:rPr>
              <a:t>DeepSeek</a:t>
            </a:r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A47157FA-688A-4C07-9C46-EDB8DC24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78034"/>
            <a:ext cx="18288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>
                <a:solidFill>
                  <a:srgbClr val="1CA669"/>
                </a:solidFill>
                <a:latin typeface="微软雅黑"/>
                <a:ea typeface="微软雅黑"/>
                <a:cs typeface="微软雅黑"/>
              </a:rPr>
              <a:t>accepted</a:t>
            </a:r>
          </a:p>
        </p:txBody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76E679F3-7610-47AC-91D3-0B31A26A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70645"/>
            <a:ext cx="1905000" cy="792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expert: latency_guard
RPS +14.34% | P99 -92.68%</a:t>
            </a:r>
          </a:p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BG 保留 75.25%</a:t>
            </a:r>
          </a:p>
        </p:txBody>
      </p:sp>
      <p:sp>
        <p:nvSpPr>
          <p:cNvPr id="22" name="矩形: 圆角 21">
            <a:extLst xmlns:a="http://schemas.openxmlformats.org/drawingml/2006/main">
              <a:ext uri="{FF2B5EF4-FFF2-40B4-BE49-F238E27FC236}">
                <a16:creationId xmlns:a16="http://schemas.microsoft.com/office/drawing/2014/main" id="{49544D7E-0F6C-4943-AC85-C0621AF8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6200" y="2501900"/>
            <a:ext cx="2209800" cy="1803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4247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0BB58B2A-675A-48D9-AEE3-4AFFD91A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6700" y="2674694"/>
            <a:ext cx="1828800" cy="261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D44247"/>
                </a:solidFill>
                <a:latin typeface="微软雅黑"/>
                <a:ea typeface="微软雅黑"/>
                <a:cs typeface="微软雅黑"/>
              </a:rPr>
              <a:t>严格 P99 门槛</a:t>
            </a:r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24535A16-2F93-438B-B03F-82618FC0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6700" y="3093423"/>
            <a:ext cx="1828800" cy="3385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200" b="1">
                <a:solidFill>
                  <a:srgbClr val="D44247"/>
                </a:solidFill>
                <a:latin typeface="微软雅黑"/>
                <a:ea typeface="微软雅黑"/>
                <a:cs typeface="微软雅黑"/>
              </a:rPr>
              <a:t>rolled_back</a:t>
            </a: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10C5905B-C53F-4331-89DB-B1837491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8600" y="3570644"/>
            <a:ext cx="1905000" cy="400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P99 -92.25%</a:t>
            </a:r>
          </a:p>
          <a:p xmlns:a="http://schemas.openxmlformats.org/drawingml/2006/main">
            <a:pPr algn="ctr">
              <a:buNone/>
            </a:pPr>
            <a:r>
              <a:rPr sz="13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未达 -99.9%，已回滚</a:t>
            </a: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D4F5F284-CFBD-43F7-9509-FD9667C0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558556"/>
            <a:ext cx="46990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回滚覆盖 cgroup、scx policy 与四类 eBPF hooks；最终无固定程序和资源组残留。</a:t>
            </a:r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78875455-7058-4E25-A714-7B0C32D1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41450"/>
            <a:ext cx="109220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>
                <a:solidFill>
                  <a:srgbClr val="7C89A3"/>
                </a:solidFill>
                <a:latin typeface="微软雅黑"/>
                <a:ea typeface="微软雅黑"/>
                <a:cs typeface="微软雅黑"/>
              </a:rPr>
              <a:t>四类 eBPF 已真实闭环；network/security 当前为受控策略与审计语义，不扩张为生产级安全主张。</a:t>
            </a:r>
          </a:p>
        </p:txBody>
      </p:sp>
    </p:spTree>
    <p:extLst>
      <p:ext uri="{BB962C8B-B14F-4D97-AF65-F5344CB8AC3E}">
        <p14:creationId xmlns:p14="http://schemas.microsoft.com/office/powerpoint/2010/main" val="30292810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占位符 1">
            <a:extLst xmlns:a="http://schemas.openxmlformats.org/drawingml/2006/main">
              <a:ext uri="{FF2B5EF4-FFF2-40B4-BE49-F238E27FC236}">
                <a16:creationId xmlns:a16="http://schemas.microsoft.com/office/drawing/2014/main" id="{5686DEF1-E705-4B78-BCFF-8077005B5842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5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作品演示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3D4B642-8D93-4A0D-BA31-BB7B0A182B0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一条命令完成预检、实验、Canary、回滚与报告生成</a:t>
            </a:r>
          </a:p>
        </p:txBody>
      </p:sp>
    </p:spTree>
    <p:extLst>
      <p:ext uri="{BB962C8B-B14F-4D97-AF65-F5344CB8AC3E}">
        <p14:creationId xmlns:p14="http://schemas.microsoft.com/office/powerpoint/2010/main" val="201041533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3D88697D-08B1-4053-B0CF-1FDA78C6A9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8955" y="522605"/>
            <a:ext cx="7624445" cy="49149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2C54E8"/>
                </a:solidFill>
                <a:latin typeface="微软雅黑"/>
                <a:ea typeface="微软雅黑"/>
                <a:cs typeface="微软雅黑"/>
              </a:rPr>
              <a:t>5.1 一键演示保留 Agent 与内核证据链</a:t>
            </a: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3419C235-C38A-46F4-BC04-8AF2F463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679700"/>
            <a:ext cx="812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52F57717-7FD6-4928-82E8-91244AC7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5800" y="2679700"/>
            <a:ext cx="812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1A6E1C3F-399B-47DD-B7BA-102959CD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3800" y="2679700"/>
            <a:ext cx="812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直接连接符 6">
            <a:extLst xmlns:a="http://schemas.openxmlformats.org/drawingml/2006/main">
              <a:ext uri="{FF2B5EF4-FFF2-40B4-BE49-F238E27FC236}">
                <a16:creationId xmlns:a16="http://schemas.microsoft.com/office/drawing/2014/main" id="{9478488B-AD83-4169-929E-D77EE246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79700"/>
            <a:ext cx="812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656756E8-6FA5-4D94-AD51-926FE39F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9800" y="2679700"/>
            <a:ext cx="8128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C54E8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9F9116ED-DB0E-4325-AA1C-593ECF04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235200"/>
            <a:ext cx="1422400" cy="88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611116E1-0931-4C85-BD8F-77960EFB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672"/>
            <a:ext cx="1244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环境预检</a:t>
            </a:r>
          </a:p>
        </p:txBody>
      </p:sp>
      <p:sp>
        <p:nvSpPr>
          <p:cNvPr id="11" name="矩形: 圆角 10">
            <a:extLst xmlns:a="http://schemas.openxmlformats.org/drawingml/2006/main">
              <a:ext uri="{FF2B5EF4-FFF2-40B4-BE49-F238E27FC236}">
                <a16:creationId xmlns:a16="http://schemas.microsoft.com/office/drawing/2014/main" id="{6DB8693C-A518-49C5-AFBF-47F9E03B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2235200"/>
            <a:ext cx="1422400" cy="88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2BEE1087-DA31-444D-B3A4-7F81C82E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100" y="2400672"/>
            <a:ext cx="1244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workload 感知</a:t>
            </a:r>
          </a:p>
        </p:txBody>
      </p:sp>
      <p:sp>
        <p:nvSpPr>
          <p:cNvPr id="13" name="矩形: 圆角 12">
            <a:extLst xmlns:a="http://schemas.openxmlformats.org/drawingml/2006/main">
              <a:ext uri="{FF2B5EF4-FFF2-40B4-BE49-F238E27FC236}">
                <a16:creationId xmlns:a16="http://schemas.microsoft.com/office/drawing/2014/main" id="{C4BA2F0E-1C4B-4B0E-B999-9AADBBF8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35200"/>
            <a:ext cx="1422400" cy="88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8E005CE-4D56-41F3-BD2A-8BC68B8F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2400672"/>
            <a:ext cx="1244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四组消融</a:t>
            </a:r>
          </a:p>
        </p:txBody>
      </p:sp>
      <p:sp>
        <p:nvSpPr>
          <p:cNvPr id="15" name="矩形: 圆角 14">
            <a:extLst xmlns:a="http://schemas.openxmlformats.org/drawingml/2006/main">
              <a:ext uri="{FF2B5EF4-FFF2-40B4-BE49-F238E27FC236}">
                <a16:creationId xmlns:a16="http://schemas.microsoft.com/office/drawing/2014/main" id="{2783BD3F-6EE1-4C5A-8E7C-1511C735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00" y="2235200"/>
            <a:ext cx="1422400" cy="88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文本框 15">
            <a:extLst xmlns:a="http://schemas.openxmlformats.org/drawingml/2006/main">
              <a:ext uri="{FF2B5EF4-FFF2-40B4-BE49-F238E27FC236}">
                <a16:creationId xmlns:a16="http://schemas.microsoft.com/office/drawing/2014/main" id="{03B989C6-97B1-4463-BC84-3A8675C3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00672"/>
            <a:ext cx="1244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第二 workload</a:t>
            </a:r>
          </a:p>
        </p:txBody>
      </p:sp>
      <p:sp>
        <p:nvSpPr>
          <p:cNvPr id="17" name="矩形: 圆角 16">
            <a:extLst xmlns:a="http://schemas.openxmlformats.org/drawingml/2006/main">
              <a:ext uri="{FF2B5EF4-FFF2-40B4-BE49-F238E27FC236}">
                <a16:creationId xmlns:a16="http://schemas.microsoft.com/office/drawing/2014/main" id="{1B64249F-D3B6-45BA-AC39-9F62472D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200" y="2235200"/>
            <a:ext cx="1422400" cy="88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EA36C31C-DB3F-4920-8B57-132A6F97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100" y="2400672"/>
            <a:ext cx="1244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Canary 双路径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8C72DC2C-1DB6-4D0A-92A5-A3D9B2E0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235200"/>
            <a:ext cx="1422400" cy="889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1E9FC"/>
          </a:solidFill>
          <a:ln xmlns:a="http://schemas.openxmlformats.org/drawingml/2006/main" w="9525">
            <a:solidFill>
              <a:srgbClr val="D8E0EF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4CE9F613-A23C-424F-8931-1646E425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100" y="2400672"/>
            <a:ext cx="124460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00" b="1">
                <a:solidFill>
                  <a:srgbClr val="101F4E"/>
                </a:solidFill>
                <a:latin typeface="微软雅黑"/>
                <a:ea typeface="微软雅黑"/>
                <a:cs typeface="微软雅黑"/>
              </a:rPr>
              <a:t>最终清理与报告</a:t>
            </a:r>
          </a:p>
        </p:txBody>
      </p:sp>
      <p:sp>
        <p:nvSpPr>
          <p:cNvPr id="21" name="矩形: 圆角 20">
            <a:extLst xmlns:a="http://schemas.openxmlformats.org/drawingml/2006/main">
              <a:ext uri="{FF2B5EF4-FFF2-40B4-BE49-F238E27FC236}">
                <a16:creationId xmlns:a16="http://schemas.microsoft.com/office/drawing/2014/main" id="{E0762F50-A82C-44D2-8601-0C3A1CDC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600" y="3683000"/>
            <a:ext cx="99568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01F4E"/>
          </a:solidFill>
          <a:ln xmlns:a="http://schemas.openxmlformats.org/drawingml/2006/main" w="9525">
            <a:solidFill>
              <a:srgbClr val="101F4E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文本框 21">
            <a:extLst xmlns:a="http://schemas.openxmlformats.org/drawingml/2006/main">
              <a:ext uri="{FF2B5EF4-FFF2-40B4-BE49-F238E27FC236}">
                <a16:creationId xmlns:a16="http://schemas.microsoft.com/office/drawing/2014/main" id="{7A2B0BF2-1005-4BE3-A7C9-CF5F0B95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34422"/>
            <a:ext cx="944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bash scripts/demo_recording_story.sh</a:t>
            </a:r>
            <a:endParaRPr sz="2000" b="1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B8191BAC-7612-4121-BC00-321541BE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600" y="5034578"/>
            <a:ext cx="9956800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>
                <a:solidFill>
                  <a:srgbClr val="525F7A"/>
                </a:solidFill>
                <a:latin typeface="微软雅黑"/>
                <a:ea typeface="微软雅黑"/>
                <a:cs typeface="微软雅黑"/>
              </a:rPr>
              <a:t>输出：环境快照 · DeepSeek 提案 · expert route · Action/cgroup/scx · agent-trace.json · Canary · rollback · 报告</a:t>
            </a:r>
          </a:p>
        </p:txBody>
      </p:sp>
    </p:spTree>
    <p:extLst>
      <p:ext uri="{BB962C8B-B14F-4D97-AF65-F5344CB8AC3E}">
        <p14:creationId xmlns:p14="http://schemas.microsoft.com/office/powerpoint/2010/main" val="168953940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标题 36">
            <a:extLst xmlns:a="http://schemas.openxmlformats.org/drawingml/2006/main">
              <a:ext uri="{FF2B5EF4-FFF2-40B4-BE49-F238E27FC236}">
                <a16:creationId xmlns:a16="http://schemas.microsoft.com/office/drawing/2014/main" id="{8D6FEF6C-DAE9-497C-9FC3-C867EAF9DD1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5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</a:t>
            </a:r>
            <a:r>
              <a:rPr sz="35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-Agent</a:t>
            </a:r>
          </a:p>
        </p:txBody>
      </p:sp>
      <p:sp>
        <p:nvSpPr>
          <p:cNvPr id="38" name="文本占位符 37">
            <a:extLst xmlns:a="http://schemas.openxmlformats.org/drawingml/2006/main">
              <a:ext uri="{FF2B5EF4-FFF2-40B4-BE49-F238E27FC236}">
                <a16:creationId xmlns:a16="http://schemas.microsoft.com/office/drawing/2014/main" id="{F3F3B946-1A4E-4B56-8CF4-296A1045539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SchedX Lab</a:t>
            </a:r>
          </a:p>
        </p:txBody>
      </p:sp>
      <p:sp>
        <p:nvSpPr>
          <p:cNvPr id="40" name="文本占位符 39">
            <a:extLst xmlns:a="http://schemas.openxmlformats.org/drawingml/2006/main">
              <a:ext uri="{FF2B5EF4-FFF2-40B4-BE49-F238E27FC236}">
                <a16:creationId xmlns:a16="http://schemas.microsoft.com/office/drawing/2014/main" id="{488383FC-BAA2-42D4-93AC-ED7B9911E21B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5099050" y="5077656"/>
            <a:ext cx="3866515" cy="29019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2026年7月</a:t>
            </a:r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</a:t>
            </a:r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日</a:t>
            </a:r>
            <a:endParaRPr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文本占位符 50">
            <a:extLst xmlns:a="http://schemas.openxmlformats.org/drawingml/2006/main">
              <a:ext uri="{FF2B5EF4-FFF2-40B4-BE49-F238E27FC236}">
                <a16:creationId xmlns:a16="http://schemas.microsoft.com/office/drawing/2014/main" id="{1FACCB9C-6F64-458F-954A-1ED7774E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218" y="4640664"/>
            <a:ext cx="1161805" cy="290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参赛团队：</a:t>
            </a:r>
          </a:p>
        </p:txBody>
      </p:sp>
      <p:sp>
        <p:nvSpPr>
          <p:cNvPr id="34" name="文本占位符 53">
            <a:extLst xmlns:a="http://schemas.openxmlformats.org/drawingml/2006/main">
              <a:ext uri="{FF2B5EF4-FFF2-40B4-BE49-F238E27FC236}">
                <a16:creationId xmlns:a16="http://schemas.microsoft.com/office/drawing/2014/main" id="{C5B059CA-D8E0-4011-8A72-165F1D67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218" y="5077480"/>
            <a:ext cx="1161805" cy="2903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>
                <a:solidFill>
                  <a:schemeClr val="bg1"/>
                </a:solidFill>
                <a:latin typeface="+mn-ea"/>
                <a:ea typeface="+mn-ea"/>
                <a:cs typeface="+mn-ea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完成日期：</a:t>
            </a: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FFC39D4B-E46E-4949-A637-8B5EDCDF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478" y="3089954"/>
            <a:ext cx="7011043" cy="3539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 Agent </a:t>
            </a: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决策可解释、执行可验证、失败可回滚</a:t>
            </a:r>
            <a:endParaRPr sz="23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2146028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2026-08-29T17:30:51.9400000Z</dcterms:created>
  <dcterms:modified xsi:type="dcterms:W3CDTF">2026-08-29T17:30:51.9400000Z</dcterms:modified>
</coreProperties>
</file>
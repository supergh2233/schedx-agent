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056d54179c4a5a" /><Relationship Type="http://schemas.openxmlformats.org/officeDocument/2006/relationships/extended-properties" Target="/docProps/app.xml" Id="Rf4a39a4de1c54068" /><Relationship Type="http://schemas.openxmlformats.org/officeDocument/2006/relationships/officeDocument" Target="/ppt/presentation.xml" Id="Ra1e7b3290db3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4ae2596ab74251"/>
  </p:sldMasterIdLst>
  <p:notesMasterIdLst>
    <p:notesMasterId xmlns:r="http://schemas.openxmlformats.org/officeDocument/2006/relationships" r:id="R8b5503fb7e7646de"/>
  </p:notesMasterIdLst>
  <p:sldIdLst>
    <p:sldId xmlns:r="http://schemas.openxmlformats.org/officeDocument/2006/relationships" id="256" r:id="Rc2ea4d7330f74e77"/>
    <p:sldId xmlns:r="http://schemas.openxmlformats.org/officeDocument/2006/relationships" id="257" r:id="R1b7fc39775364b65"/>
    <p:sldId xmlns:r="http://schemas.openxmlformats.org/officeDocument/2006/relationships" id="258" r:id="Rd6c51551877e4b37"/>
    <p:sldId xmlns:r="http://schemas.openxmlformats.org/officeDocument/2006/relationships" id="259" r:id="Ra0f713143b9d4c42"/>
    <p:sldId xmlns:r="http://schemas.openxmlformats.org/officeDocument/2006/relationships" id="260" r:id="R6cb88f9ea5854a0f"/>
    <p:sldId xmlns:r="http://schemas.openxmlformats.org/officeDocument/2006/relationships" id="261" r:id="R1d1195858dfa4d23"/>
    <p:sldId xmlns:r="http://schemas.openxmlformats.org/officeDocument/2006/relationships" id="262" r:id="Ra625c7126786451f"/>
    <p:sldId xmlns:r="http://schemas.openxmlformats.org/officeDocument/2006/relationships" id="263" r:id="Re041777d365b4298"/>
    <p:sldId xmlns:r="http://schemas.openxmlformats.org/officeDocument/2006/relationships" id="264" r:id="Rf60ebc2206e94474"/>
    <p:sldId xmlns:r="http://schemas.openxmlformats.org/officeDocument/2006/relationships" id="265" r:id="Rca7a8a1ff02d4c2c"/>
    <p:sldId xmlns:r="http://schemas.openxmlformats.org/officeDocument/2006/relationships" id="266" r:id="R226616bbaceb4a7b"/>
    <p:sldId xmlns:r="http://schemas.openxmlformats.org/officeDocument/2006/relationships" id="267" r:id="Rc51f64a3182e45fb"/>
    <p:sldId xmlns:r="http://schemas.openxmlformats.org/officeDocument/2006/relationships" id="268" r:id="R79c74589a96e4b4f"/>
    <p:sldId xmlns:r="http://schemas.openxmlformats.org/officeDocument/2006/relationships" id="269" r:id="Re0c25b6e95794445"/>
    <p:sldId xmlns:r="http://schemas.openxmlformats.org/officeDocument/2006/relationships" id="270" r:id="R8d65daf592564bfd"/>
    <p:sldId xmlns:r="http://schemas.openxmlformats.org/officeDocument/2006/relationships" id="271" r:id="R59318ebd0c114d8d"/>
    <p:sldId xmlns:r="http://schemas.openxmlformats.org/officeDocument/2006/relationships" id="272" r:id="R8a6849b870fb49fa"/>
    <p:sldId xmlns:r="http://schemas.openxmlformats.org/officeDocument/2006/relationships" id="273" r:id="R13acd67d5ae14aae"/>
    <p:sldId xmlns:r="http://schemas.openxmlformats.org/officeDocument/2006/relationships" id="274" r:id="R08101d6bdbf24f7d"/>
    <p:sldId xmlns:r="http://schemas.openxmlformats.org/officeDocument/2006/relationships" id="275" r:id="R1c89398eab704f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ce85b32ae4000" /><Relationship Type="http://schemas.openxmlformats.org/officeDocument/2006/relationships/slideMaster" Target="/ppt/slideMasters/slideMaster1.xml" Id="R124ae2596ab74251" /><Relationship Type="http://schemas.openxmlformats.org/officeDocument/2006/relationships/notesMaster" Target="/ppt/notesMasters/notesMaster1.xml" Id="R8b5503fb7e7646de" /><Relationship Type="http://schemas.openxmlformats.org/officeDocument/2006/relationships/presProps" Target="/ppt/presProps.xml" Id="Rf1c34b85ee504221" /><Relationship Type="http://schemas.openxmlformats.org/officeDocument/2006/relationships/viewProps" Target="/ppt/viewProps.xml" Id="Rd543a0def7824a84" /><Relationship Type="http://schemas.openxmlformats.org/officeDocument/2006/relationships/tableStyles" Target="/ppt/tableStyles.xml" Id="Rf141886438c946c4" /><Relationship Type="http://schemas.openxmlformats.org/officeDocument/2006/relationships/slide" Target="/ppt/slides/slide1.xml" Id="Rc2ea4d7330f74e77" /><Relationship Type="http://schemas.openxmlformats.org/officeDocument/2006/relationships/slide" Target="/ppt/slides/slide2.xml" Id="R1b7fc39775364b65" /><Relationship Type="http://schemas.openxmlformats.org/officeDocument/2006/relationships/slide" Target="/ppt/slides/slide3.xml" Id="Rd6c51551877e4b37" /><Relationship Type="http://schemas.openxmlformats.org/officeDocument/2006/relationships/slide" Target="/ppt/slides/slide4.xml" Id="Ra0f713143b9d4c42" /><Relationship Type="http://schemas.openxmlformats.org/officeDocument/2006/relationships/slide" Target="/ppt/slides/slide5.xml" Id="R6cb88f9ea5854a0f" /><Relationship Type="http://schemas.openxmlformats.org/officeDocument/2006/relationships/slide" Target="/ppt/slides/slide6.xml" Id="R1d1195858dfa4d23" /><Relationship Type="http://schemas.openxmlformats.org/officeDocument/2006/relationships/slide" Target="/ppt/slides/slide7.xml" Id="Ra625c7126786451f" /><Relationship Type="http://schemas.openxmlformats.org/officeDocument/2006/relationships/slide" Target="/ppt/slides/slide8.xml" Id="Re041777d365b4298" /><Relationship Type="http://schemas.openxmlformats.org/officeDocument/2006/relationships/slide" Target="/ppt/slides/slide9.xml" Id="Rf60ebc2206e94474" /><Relationship Type="http://schemas.openxmlformats.org/officeDocument/2006/relationships/slide" Target="/ppt/slides/slide10.xml" Id="Rca7a8a1ff02d4c2c" /><Relationship Type="http://schemas.openxmlformats.org/officeDocument/2006/relationships/slide" Target="/ppt/slides/slide11.xml" Id="R226616bbaceb4a7b" /><Relationship Type="http://schemas.openxmlformats.org/officeDocument/2006/relationships/slide" Target="/ppt/slides/slide12.xml" Id="Rc51f64a3182e45fb" /><Relationship Type="http://schemas.openxmlformats.org/officeDocument/2006/relationships/slide" Target="/ppt/slides/slide13.xml" Id="R79c74589a96e4b4f" /><Relationship Type="http://schemas.openxmlformats.org/officeDocument/2006/relationships/slide" Target="/ppt/slides/slide14.xml" Id="Re0c25b6e95794445" /><Relationship Type="http://schemas.openxmlformats.org/officeDocument/2006/relationships/slide" Target="/ppt/slides/slide15.xml" Id="R8d65daf592564bfd" /><Relationship Type="http://schemas.openxmlformats.org/officeDocument/2006/relationships/slide" Target="/ppt/slides/slide16.xml" Id="R59318ebd0c114d8d" /><Relationship Type="http://schemas.openxmlformats.org/officeDocument/2006/relationships/slide" Target="/ppt/slides/slide17.xml" Id="R8a6849b870fb49fa" /><Relationship Type="http://schemas.openxmlformats.org/officeDocument/2006/relationships/slide" Target="/ppt/slides/slide18.xml" Id="R13acd67d5ae14aae" /><Relationship Type="http://schemas.openxmlformats.org/officeDocument/2006/relationships/slide" Target="/ppt/slides/slide19.xml" Id="R08101d6bdbf24f7d" /><Relationship Type="http://schemas.openxmlformats.org/officeDocument/2006/relationships/slide" Target="/ppt/slides/slide20.xml" Id="R1c89398eab70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cf195fb67e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acd15e22f44a4" /><Relationship Type="http://schemas.openxmlformats.org/officeDocument/2006/relationships/notesMaster" Target="/ppt/notesMasters/notesMaster1.xml" Id="R8c2bf1aa5dc1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134e544a124fcb" /><Relationship Type="http://schemas.openxmlformats.org/officeDocument/2006/relationships/notesMaster" Target="/ppt/notesMasters/notesMaster1.xml" Id="R1ee38b15727f48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b1dafe61874d0d" /><Relationship Type="http://schemas.openxmlformats.org/officeDocument/2006/relationships/notesMaster" Target="/ppt/notesMasters/notesMaster1.xml" Id="R276678536e75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0e062d9b44f05" /><Relationship Type="http://schemas.openxmlformats.org/officeDocument/2006/relationships/notesMaster" Target="/ppt/notesMasters/notesMaster1.xml" Id="R83f1797c0411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65ca3ac4c64d0f" /><Relationship Type="http://schemas.openxmlformats.org/officeDocument/2006/relationships/notesMaster" Target="/ppt/notesMasters/notesMaster1.xml" Id="Re5749f903e5c4d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329fed64764e06" /><Relationship Type="http://schemas.openxmlformats.org/officeDocument/2006/relationships/notesMaster" Target="/ppt/notesMasters/notesMaster1.xml" Id="Rae3dc04b882f48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c59ba0b554737" /><Relationship Type="http://schemas.openxmlformats.org/officeDocument/2006/relationships/notesMaster" Target="/ppt/notesMasters/notesMaster1.xml" Id="R148eac303e79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c3b06a424e4d7c" /><Relationship Type="http://schemas.openxmlformats.org/officeDocument/2006/relationships/notesMaster" Target="/ppt/notesMasters/notesMaster1.xml" Id="R1d4f68ee93bf4a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f9406174c046d0" /><Relationship Type="http://schemas.openxmlformats.org/officeDocument/2006/relationships/notesMaster" Target="/ppt/notesMasters/notesMaster1.xml" Id="R09169f6b3e5a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18c99db2ab4e5c" /><Relationship Type="http://schemas.openxmlformats.org/officeDocument/2006/relationships/notesMaster" Target="/ppt/notesMasters/notesMaster1.xml" Id="Rb0f0aff07fe245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5a43cfdb474aa4" /><Relationship Type="http://schemas.openxmlformats.org/officeDocument/2006/relationships/notesMaster" Target="/ppt/notesMasters/notesMaster1.xml" Id="R98317b5f977647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28ad932f39494e" /><Relationship Type="http://schemas.openxmlformats.org/officeDocument/2006/relationships/notesMaster" Target="/ppt/notesMasters/notesMaster1.xml" Id="R31a40ec051fe4c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84b8ffa78c43a3" /><Relationship Type="http://schemas.openxmlformats.org/officeDocument/2006/relationships/notesMaster" Target="/ppt/notesMasters/notesMaster1.xml" Id="R6c2b4672b07941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e071e7b4ff4041" /><Relationship Type="http://schemas.openxmlformats.org/officeDocument/2006/relationships/notesMaster" Target="/ppt/notesMasters/notesMaster1.xml" Id="R98b8ba13240746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1bf9701c0a4ad7" /><Relationship Type="http://schemas.openxmlformats.org/officeDocument/2006/relationships/notesMaster" Target="/ppt/notesMasters/notesMaster1.xml" Id="R1ac0cd12a44241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eb1a3bc24a481b" /><Relationship Type="http://schemas.openxmlformats.org/officeDocument/2006/relationships/notesMaster" Target="/ppt/notesMasters/notesMaster1.xml" Id="R6682ace25bc54a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3a8c80a14a4655" /><Relationship Type="http://schemas.openxmlformats.org/officeDocument/2006/relationships/notesMaster" Target="/ppt/notesMasters/notesMaster1.xml" Id="R2f6341f1d5ba4c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356a4ac4ab4806" /><Relationship Type="http://schemas.openxmlformats.org/officeDocument/2006/relationships/notesMaster" Target="/ppt/notesMasters/notesMaster1.xml" Id="Rd8b498574b2945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9e46820efc4cc6" /><Relationship Type="http://schemas.openxmlformats.org/officeDocument/2006/relationships/notesMaster" Target="/ppt/notesMasters/notesMaster1.xml" Id="Rb5d177ec50f54b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89ae4961c94265" /><Relationship Type="http://schemas.openxmlformats.org/officeDocument/2006/relationships/notesMaster" Target="/ppt/notesMasters/notesMaster1.xml" Id="Recb8d9b74c2a46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f650a030a4c91" /><Relationship Type="http://schemas.openxmlformats.org/officeDocument/2006/relationships/image" Target="/ppt/media/image.jpeg" Id="R22ca9023370241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8aed4128e4837" /><Relationship Type="http://schemas.openxmlformats.org/officeDocument/2006/relationships/image" Target="/ppt/media/image.png" Id="Rbca1563c754746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6068328744354" /><Relationship Type="http://schemas.openxmlformats.org/officeDocument/2006/relationships/image" Target="/ppt/media/image.jpeg" Id="R2b8c29c587fb45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0d912f0c440e9" /><Relationship Type="http://schemas.openxmlformats.org/officeDocument/2006/relationships/image" Target="/ppt/media/image.png" Id="R3d0a58b71cca4c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8d31ba9ec439c" /><Relationship Type="http://schemas.openxmlformats.org/officeDocument/2006/relationships/image" Target="/ppt/media/image.png" Id="R40ea06b3332749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1ec012f504b84" /><Relationship Type="http://schemas.openxmlformats.org/officeDocument/2006/relationships/image" Target="/ppt/media/image.png" Id="R3fc75b4e716d44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d3a6559f34ca7" /><Relationship Type="http://schemas.openxmlformats.org/officeDocument/2006/relationships/image" Target="/ppt/media/image.png" Id="Rc3fbbe2e2bc24e3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c7556458e4184" /><Relationship Type="http://schemas.openxmlformats.org/officeDocument/2006/relationships/image" Target="/ppt/media/image.jpeg" Id="Ra65edd44b6a345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e506928740f2" /><Relationship Type="http://schemas.openxmlformats.org/officeDocument/2006/relationships/image" Target="/ppt/media/image.png" Id="Re5ea8417283741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54532fad8477c" /><Relationship Type="http://schemas.openxmlformats.org/officeDocument/2006/relationships/image" Target="/ppt/media/image.png" Id="R38ba2f1e586a47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4b2ee9e524a9a" /><Relationship Type="http://schemas.openxmlformats.org/officeDocument/2006/relationships/image" Target="/ppt/media/image.jpeg" Id="R7f2f408378554d3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514b474c6419e" /><Relationship Type="http://schemas.openxmlformats.org/officeDocument/2006/relationships/image" Target="/ppt/media/image.png" Id="R9abb142f207c47f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12823ef7b41fe" /><Relationship Type="http://schemas.openxmlformats.org/officeDocument/2006/relationships/image" Target="/ppt/media/image.png" Id="R47677dcf33e9412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0e3d291424dad" /><Relationship Type="http://schemas.openxmlformats.org/officeDocument/2006/relationships/image" Target="/ppt/media/image.jpeg" Id="R2197853d07b14af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2f03156114a20" /><Relationship Type="http://schemas.openxmlformats.org/officeDocument/2006/relationships/image" Target="/ppt/media/image.png" Id="R744cd50f50cd421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6bc624a2c43df" /><Relationship Type="http://schemas.openxmlformats.org/officeDocument/2006/relationships/image" Target="/ppt/media/image.jpeg" Id="R072ebcc0f79146a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9f11277774e16" /><Relationship Type="http://schemas.openxmlformats.org/officeDocument/2006/relationships/image" Target="/ppt/media/image.png" Id="R7bfca14ec1b64ea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b54090ab14bde" /><Relationship Type="http://schemas.openxmlformats.org/officeDocument/2006/relationships/image" Target="/ppt/media/image.jpeg" Id="R968246adde09403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c8aa235ec472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4a10ceb33483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871cb8cd64dd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000e90b67430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b63f7f9784dc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475e4810048a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cae0f81b2413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fe23cb0b7428d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b69f731a34760" /></Relationships>
</file>

<file path=ppt/slideLayouts/slideLayout1.xml><?xml version="1.0" encoding="utf-8"?>
<p:sldLayout xmlns:p="http://schemas.openxmlformats.org/presentationml/2006/main" preserve="1" userDrawn="1">
  <p:cSld name="标题幻灯片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a902337024147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7" name="标题 1">
            <a:extLst xmlns:a="http://schemas.openxmlformats.org/drawingml/2006/main">
              <a:ext uri="{FF2B5EF4-FFF2-40B4-BE49-F238E27FC236}">
                <a16:creationId xmlns:a16="http://schemas.microsoft.com/office/drawing/2014/main" id="{E54A5A05-F4ED-45DA-A38E-F2F8D6156F0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57605" y="1861820"/>
            <a:ext cx="9876790" cy="17589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单击此处编辑作品名称</a:t>
            </a:r>
          </a:p>
        </p:txBody>
      </p:sp>
      <p:sp>
        <p:nvSpPr>
          <p:cNvPr id="3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90963D-DE39-40C3-8762-7C01A78A3E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3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139B27-57B3-47E4-97B4-C0FCCC6253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BDFBE3-CA1D-44A2-B659-F87107C74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E54CDD2-EACE-4468-B71B-594C2F424E5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99050" y="4641215"/>
            <a:ext cx="3993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编辑队伍名称</a:t>
            </a:r>
            <a:r>
              <a:t> </a:t>
            </a:r>
            <a:r>
              <a:t>禁止出现学校和成员信息</a:t>
            </a:r>
          </a:p>
        </p:txBody>
      </p:sp>
      <p:sp>
        <p:nvSpPr>
          <p:cNvPr id="7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45A247F7-7C0D-4A45-9B28-5465607915BC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99050" y="5077460"/>
            <a:ext cx="3992880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编辑完成日期</a:t>
            </a:r>
            <a:r>
              <a:t> </a:t>
            </a:r>
            <a:r>
              <a:t>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9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0607D78B-3005-4AFE-A267-DC7A83F30257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937218" y="4640664"/>
            <a:ext cx="1161805" cy="29036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64FB3D7C-B2A1-4178-A8ED-ABC2A24BCF3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937218" y="5077480"/>
            <a:ext cx="1161805" cy="29037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完成日期：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80E8D4A-D5C1-428D-9B53-FF43CC5018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B2044C5-C80B-43C4-BE0B-4592927D38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7E0A942-44A0-461A-BD6C-97FE520721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107" name="标题 1">
            <a:extLst xmlns:a="http://schemas.openxmlformats.org/drawingml/2006/main">
              <a:ext uri="{FF2B5EF4-FFF2-40B4-BE49-F238E27FC236}">
                <a16:creationId xmlns:a16="http://schemas.microsoft.com/office/drawing/2014/main" id="{C4525A63-9FD1-4087-8B40-1F51577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0740" y="3383508"/>
            <a:ext cx="3326176" cy="707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000">
                <a:solidFill>
                  <a:schemeClr val="tx2">
                    <a:lumMod val="20000"/>
                    <a:lumOff val="80000"/>
                    <a:alpha val="30000"/>
                  </a:schemeClr>
                </a:solidFill>
              </a:rPr>
              <a:t>CONTENTS</a:t>
            </a:r>
          </a:p>
        </p:txBody>
      </p:sp>
      <p:sp>
        <p:nvSpPr>
          <p:cNvPr id="112" name="标题 1">
            <a:extLst xmlns:a="http://schemas.openxmlformats.org/drawingml/2006/main">
              <a:ext uri="{FF2B5EF4-FFF2-40B4-BE49-F238E27FC236}">
                <a16:creationId xmlns:a16="http://schemas.microsoft.com/office/drawing/2014/main" id="{7064D953-EB01-4609-A709-4AE8248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475" y="2361991"/>
            <a:ext cx="4978706" cy="10215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6600">
                <a:solidFill>
                  <a:srgbClr val="080A12"/>
                </a:solidFill>
              </a:rPr>
              <a:t>目录</a:t>
            </a:r>
          </a:p>
        </p:txBody>
      </p:sp>
      <p:pic>
        <p:nvPicPr>
          <p:cNvPr id="1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1563c754746ad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29c587fb455e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80EB9CD-295C-4839-A0C3-DD450D2874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EC0769-FF38-4FD6-A67A-4C8F8EAA9D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262EA0-35BE-4FE0-9FFE-813D08B28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28" name="标题 1">
            <a:extLst xmlns:a="http://schemas.openxmlformats.org/drawingml/2006/main">
              <a:ext uri="{FF2B5EF4-FFF2-40B4-BE49-F238E27FC236}">
                <a16:creationId xmlns:a16="http://schemas.microsoft.com/office/drawing/2014/main" id="{21AEE018-2039-43F2-996A-C642FFA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01</a:t>
            </a:r>
          </a:p>
        </p:txBody>
      </p:sp>
      <p:sp>
        <p:nvSpPr>
          <p:cNvPr id="29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508EF97E-851F-4E87-907E-75A7D6577E6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项目介绍</a:t>
            </a:r>
          </a:p>
        </p:txBody>
      </p:sp>
      <p:sp>
        <p:nvSpPr>
          <p:cNvPr id="42" name="文本占位符 41">
            <a:extLst xmlns:a="http://schemas.openxmlformats.org/drawingml/2006/main">
              <a:ext uri="{FF2B5EF4-FFF2-40B4-BE49-F238E27FC236}">
                <a16:creationId xmlns:a16="http://schemas.microsoft.com/office/drawing/2014/main" id="{265F42FA-A05E-4623-8B56-BA3295D6848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DC05E8-7C27-4986-9104-DE7CFB0C0E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29838C-740F-4451-AD3C-DE458E9784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061341-EDD9-462E-90ED-8891A640FE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E535D576-9FDB-4FBA-89D8-6C982FC90A6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25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53463569-CE79-4A87-BA2E-EDBD56C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F5879D14-8463-421E-883D-DEBD99728E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1.1 </a:t>
            </a:r>
            <a:r>
              <a:t>设计背景</a:t>
            </a: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6D41C189-4E60-4FC9-BEC4-5568615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a58b71cca4c6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3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7340168-9887-439C-B5AF-D34D8858A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82D984-B207-48E6-B732-2AFE56A3D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36923A5-8BA8-41C3-9C09-04B7BDB6F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8C80D501-7CB4-4B1D-B685-F1775B52772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EBE85B2E-89B0-4191-8FBA-A89DB77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2BBA953C-F31B-4B61-92A9-CD458EDA10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1.2 </a:t>
            </a:r>
            <a:r>
              <a:t>设计目标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BB1919FA-39C7-43A4-9F88-A49D7717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a06b33327490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4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32E6123-9E91-4A06-9AA2-4657A40997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743BF5-BBDF-4B9B-8B79-7F8B50D7D5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9C91D1B-3621-46C1-B35A-E8B551335C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78C3B75F-18AF-4F63-A6C0-4C1A4110A4A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FEAE09B5-6F45-4F2D-9578-1CE770C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5F81F11B-2BB1-4F1A-95D1-6BFA40F5C1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1.3 </a:t>
            </a:r>
            <a:r>
              <a:t>设计简介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D0313A73-B2A5-41EA-ADB6-0354D22C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75b4e716d449e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5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2880658-345C-41D5-8EB6-413984C3D6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D3CF1A3-4E28-4230-866E-ADBFC1C975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81E8582-3969-405D-9049-27B4D82495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F6F4D79E-A799-42B9-87BE-49D145EBE6D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E12E0537-44AC-4EBA-9C4F-750E38BE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69075EE7-947B-4ECF-865B-404F924534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1.4 </a:t>
            </a:r>
            <a:r>
              <a:t>作品原创性情况说明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8A8D5C3A-C36A-419D-A9DF-0E82822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bbe2e2bc24e3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6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dd44b6a345a7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6679AA-412B-4DD4-A261-4FBF29AAA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FF5392B-8BBE-4E5A-8C1F-2B614FC7C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F93F5EA-1B98-4973-B642-09BC071EB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ECA103C0-8D18-45AD-A649-D9BA5135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02</a:t>
            </a:r>
          </a:p>
        </p:txBody>
      </p:sp>
      <p:sp>
        <p:nvSpPr>
          <p:cNvPr id="15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D99670B-9D5B-4C5C-A1D9-DD32AC83E80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项目亮点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E5E24849-E1ED-4A8E-9D2B-B25166DB1D8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7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29A075-0E6F-4CE1-8D3E-F550B60D65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25D0C07-9AF7-400C-A1E9-AAEE4E5CC1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ED8144C-0D8D-4F96-8EE4-BBC8CAA60A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1CB7253F-7D68-4DA5-ADD6-2EA8D5C3161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D33BAFB7-A7D1-4A91-8A93-3184A6C1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B0FEB687-EB44-4178-AD2D-0FB09F0E1E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2.1 </a:t>
            </a:r>
            <a:r>
              <a:t>功能亮点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B88DB26F-3BB0-4EFB-939E-B2227820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a84172837417e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8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4D6A78F-CAB9-4D0F-89AB-581C3CD0B7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628D706-C916-41C7-B408-8B0B549CF8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619111-ACDF-41F3-9029-29D0EA992A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D31B0D69-4C38-44A2-8C69-7F6B41A0418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D0EB12F8-CBAC-42FC-84EF-8D4B4A31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EE24670B-4996-4E4F-B722-2CC96F2D6A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2.2 XX</a:t>
            </a:r>
            <a:r>
              <a:t>亮点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10D6D61D-886C-4C05-9A9F-898A630D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a2f1e586a47fe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9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f408378554d3d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3AB1E4C2-9925-4E21-864F-38C7363E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03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B5CF9B3-A81D-4B16-B024-33074A8B71A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技术难点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F5D175BE-E5D0-4C6F-95A4-E9749EF0FE2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0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A0F2E29-98BE-49F0-9477-71E85AD3BE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6B4D2E-59F6-4482-A939-A57E4A9F84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98B765-B82A-4864-B94A-277742170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F2C00A8C-3153-43E6-AD0A-4267A0AFC84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210483D5-89F1-47EA-96A6-F6FD6424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482950A-7AE8-4110-9CD5-D3DAFED0D56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3.1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2D0747D6-92D3-4876-A5C0-9922F437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b142f207c47fd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preserve="1" userDrawn="1">
  <p:cSld name="11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2045554-CBAD-43A1-A562-896ED33B86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E1C3AB1-7393-4925-9D23-4F4AF337D0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40B8643-8037-4002-92C4-2A916691C9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A562C941-6477-4D4B-A2C0-6BFD0AEF712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DAE6F3A2-483E-4DC5-8162-2DF8410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42A718FE-8BF0-49B8-8324-5C3AAE8E47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3.2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D325A4D6-94FB-43BE-A609-79B2947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77dcf33e9412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12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7853d07b14af4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F2D558E6-59EC-4FC0-8506-FB835BE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04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E613D66-CF2C-4948-8B19-D2B363AA2B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项目测试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EAA562E-2A29-48A6-A67F-D5071913EA8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3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8AFBA0-84A6-4A90-B833-E2B493E8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93710D3-0ED4-4BA4-BB04-4E3832C66C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AC488F4-1902-4BFB-8828-D0C27C9AC7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FB02BBE7-3646-41F1-8002-2B9B33BA8E1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7FE64B69-8BEC-49CA-9B35-50FD1B0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060FDA80-BE29-4AED-A5BD-E5A5B5A81D7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4.1 </a:t>
            </a:r>
            <a:r>
              <a:t>项目测试结果说明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FAA19222-0385-4092-AD59-88269D33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cd50f50cd421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preserve="1" userDrawn="1">
  <p:cSld name="14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ebcc0f79146ad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2679EC5-C520-436B-A955-206CF5D0B3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0A4B4B6-70DF-4085-B59A-4778AD82E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5EEAC1A-C4E0-422D-896B-714AE59EC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4D691CCE-918E-471A-8E7B-F6ED941E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05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A141DE2D-8A30-48B8-9F2D-651E3D7B478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作品演示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F683A896-B86A-4BA6-B291-2CFF2165A83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5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A2FDC90-432E-44A2-8E7C-81B7B3E2E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298B7D2-B185-42BF-83C7-B9A44A1521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B6BD49-DC8C-4661-983B-8C3AFA956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6" name="媒体占位符 5">
            <a:extLst xmlns:a="http://schemas.openxmlformats.org/drawingml/2006/main">
              <a:ext uri="{FF2B5EF4-FFF2-40B4-BE49-F238E27FC236}">
                <a16:creationId xmlns:a16="http://schemas.microsoft.com/office/drawing/2014/main" id="{D836D8BB-AEC0-4AB3-BFBD-D622E98604B4}"/>
              </a:ext>
            </a:extLst>
          </p:cNvPr>
          <p:cNvSpPr>
            <a:spLocks xmlns:a="http://schemas.openxmlformats.org/drawingml/2006/main" noGrp="1"/>
          </p:cNvSpPr>
          <p:nvPr>
            <p:ph type="media" idx="15"/>
          </p:nvPr>
        </p:nvSpPr>
        <p:spPr>
          <a:xfrm xmlns:a="http://schemas.openxmlformats.org/drawingml/2006/main">
            <a:off x="529218" y="1419861"/>
            <a:ext cx="11133563" cy="464805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8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1350CD9D-8D49-488E-864B-C82DD52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6093A874-6A63-4F44-8FE8-E471C96F6A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5.1 </a:t>
            </a:r>
            <a:r>
              <a:t>作品演示播放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376FE16A-87E3-4903-BB21-CCC1512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ca14ec1b64ea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preserve="1" userDrawn="1">
  <p:cSld name="2_标题幻灯片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246adde09403b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7" name="标题 1">
            <a:extLst xmlns:a="http://schemas.openxmlformats.org/drawingml/2006/main">
              <a:ext uri="{FF2B5EF4-FFF2-40B4-BE49-F238E27FC236}">
                <a16:creationId xmlns:a16="http://schemas.microsoft.com/office/drawing/2014/main" id="{1B832D11-6772-4337-8950-FFB80F554C2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57605" y="1861820"/>
            <a:ext cx="9876790" cy="17589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单击此处编辑结束语</a:t>
            </a:r>
          </a:p>
        </p:txBody>
      </p:sp>
      <p:sp>
        <p:nvSpPr>
          <p:cNvPr id="3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E7C3D3-F5CB-49E2-BF10-DEB42373A8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3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ADCA09-5233-4228-8A7B-816DA4ADF9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FF338B-7958-49C2-867C-4F9E4EDFFC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  <p:sp>
        <p:nvSpPr>
          <p:cNvPr id="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F0406DF-BD59-41D4-9458-B4B8A8E83D0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99050" y="4641215"/>
            <a:ext cx="3866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编辑队伍名称</a:t>
            </a:r>
            <a:r>
              <a:t> </a:t>
            </a:r>
            <a:r>
              <a:t>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7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4538A81F-A7A7-4AD7-9770-3BDDA23D9A25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99050" y="5077460"/>
            <a:ext cx="3866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编辑完成日期</a:t>
            </a:r>
            <a:r>
              <a:t> </a:t>
            </a:r>
            <a:r>
              <a:t>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9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4ACF42D5-958F-411F-A9A8-B4C884921508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937218" y="4640664"/>
            <a:ext cx="1161805" cy="29036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BAC39844-A878-44D9-A5BF-47669096F9FB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937218" y="5077480"/>
            <a:ext cx="1161805" cy="29037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完成日期：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4EEC077-E4D7-45FB-96BD-FC685853C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4B821ED-B080-495A-B7EB-812FCC38ED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5EACB9A-C4F2-45AE-9569-6E3E134F0D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CF0B07D-37F5-4B85-9728-794774FBDE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C58AE4-273B-4AAB-B019-B06926C756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DBF675-5472-462C-B453-924F5E1BE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B062D66-0F04-481D-B18A-3640E7550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364C40-74F7-4E58-B8C6-54BE83AD48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F500D9-4EE8-4708-9A2F-EC72757C4F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12560C-B012-45EF-8BE4-E2B1D82DC8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57E1BE-B8C8-4C8C-B6BE-68303848B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38ACEE3-5F80-401D-8370-FA82A190D2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D38E15F-D781-4986-A2AC-BEC345E12E0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C774055-7F46-424D-8B51-715166BEB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4501A8-ACDB-4ED8-9844-5EE1BD20F7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D6657D5-38C0-4D4E-A7D7-C4C3480445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80626C-A68E-40D0-944C-DC4009732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38E72B6-10D0-401C-B6F3-2C71FF57D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17E81C9-6980-420A-8102-22CABCEAAD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0FAACA1-1377-43E1-941A-3DD1835933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B99E6B7-00D6-4022-ADE0-E5584F6574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54E58F7-A8CE-4B4F-BE1B-0AA66A8B0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85F2F55-97AD-455A-8607-87E01E4158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2FDCA12-5529-4D85-8399-1CC239208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E30E84-6E6C-4958-B328-40601275C3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146DC38-734D-43D2-847B-6325FA26C7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3AB5B1-08FE-4AC0-943F-3333BD746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79B9BE-6716-4A52-849B-DC21C2D2D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E9AC096-E6EE-4363-83CC-B040D86945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ED99EF2-767B-4DF6-AB78-6A4C6F08E6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404696F-F0E1-4262-AC3D-299AFB5C79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EC1BC55-685C-43C3-8BDD-B57CF6D7CF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6939447-E6EE-48D1-BA2E-E195CA5302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1037E1-034B-4A85-B860-524999FFA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B4CEB1C-DA81-4158-BF70-2ED839EF947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178D54F-562D-4F34-99F3-76A915D124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DEF9DB1-08F4-4C0B-8344-54782A921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E0B9C5B-93D7-4E75-BD0E-90B7036AB9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B86E5B-DDE7-4C6F-A685-58951104DA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BAD701-D520-4970-9210-01A8B6378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10C995B-3710-4B6A-B098-30A3F864B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E76394-D217-4C25-AAA2-C6C89288F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99D817-EE78-4EBC-A8AA-55779C82D0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CB34BE-903D-4E12-9A89-E6866A36BB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F042EFD-84BB-453F-812E-3E235FA43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B5D7CC5-D25C-4EA8-9F6D-FE4EA71DA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0A4A1C8-C7C0-41E7-9CC1-A01CAED9E1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66BF7F-C1DC-48F8-8744-27F44D2BAD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4DAB12-E93B-4588-9170-3FF0CAD2B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ab03869fe4df2" /><Relationship Type="http://schemas.openxmlformats.org/officeDocument/2006/relationships/slideLayout" Target="/ppt/slideLayouts/slideLayout1.xml" Id="Raa6547d65e684aab" /><Relationship Type="http://schemas.openxmlformats.org/officeDocument/2006/relationships/slideLayout" Target="/ppt/slideLayouts/slideLayout2.xml" Id="R9799e1daa98d4723" /><Relationship Type="http://schemas.openxmlformats.org/officeDocument/2006/relationships/slideLayout" Target="/ppt/slideLayouts/slideLayout3.xml" Id="Rc23d345cc0c64048" /><Relationship Type="http://schemas.openxmlformats.org/officeDocument/2006/relationships/slideLayout" Target="/ppt/slideLayouts/slideLayout4.xml" Id="R0eebc0948f8b4dc9" /><Relationship Type="http://schemas.openxmlformats.org/officeDocument/2006/relationships/slideLayout" Target="/ppt/slideLayouts/slideLayout5.xml" Id="R9e319679cad54ab5" /><Relationship Type="http://schemas.openxmlformats.org/officeDocument/2006/relationships/slideLayout" Target="/ppt/slideLayouts/slideLayout6.xml" Id="Rf85f463d42c244ba" /><Relationship Type="http://schemas.openxmlformats.org/officeDocument/2006/relationships/slideLayout" Target="/ppt/slideLayouts/slideLayout7.xml" Id="R79408915932341c3" /><Relationship Type="http://schemas.openxmlformats.org/officeDocument/2006/relationships/slideLayout" Target="/ppt/slideLayouts/slideLayout8.xml" Id="R609ed09c7e874ae2" /><Relationship Type="http://schemas.openxmlformats.org/officeDocument/2006/relationships/slideLayout" Target="/ppt/slideLayouts/slideLayout9.xml" Id="R8a21beec39774b38" /><Relationship Type="http://schemas.openxmlformats.org/officeDocument/2006/relationships/slideLayout" Target="/ppt/slideLayouts/slideLayout10.xml" Id="Rcc5dbbc420b84cc5" /><Relationship Type="http://schemas.openxmlformats.org/officeDocument/2006/relationships/slideLayout" Target="/ppt/slideLayouts/slideLayout11.xml" Id="Ra8d8ba8fc1dc45c1" /><Relationship Type="http://schemas.openxmlformats.org/officeDocument/2006/relationships/slideLayout" Target="/ppt/slideLayouts/slideLayout12.xml" Id="R7d5ac1ad0aac4248" /><Relationship Type="http://schemas.openxmlformats.org/officeDocument/2006/relationships/slideLayout" Target="/ppt/slideLayouts/slideLayout13.xml" Id="Rd6dea0aa9d9645dd" /><Relationship Type="http://schemas.openxmlformats.org/officeDocument/2006/relationships/slideLayout" Target="/ppt/slideLayouts/slideLayout14.xml" Id="Rd1052af219234d32" /><Relationship Type="http://schemas.openxmlformats.org/officeDocument/2006/relationships/slideLayout" Target="/ppt/slideLayouts/slideLayout15.xml" Id="R93f8d3c306e04816" /><Relationship Type="http://schemas.openxmlformats.org/officeDocument/2006/relationships/slideLayout" Target="/ppt/slideLayouts/slideLayout16.xml" Id="R629e1dbc141b4c66" /><Relationship Type="http://schemas.openxmlformats.org/officeDocument/2006/relationships/slideLayout" Target="/ppt/slideLayouts/slideLayout17.xml" Id="R86dd0878740b432f" /><Relationship Type="http://schemas.openxmlformats.org/officeDocument/2006/relationships/slideLayout" Target="/ppt/slideLayouts/slideLayout18.xml" Id="R13b362253f434c1f" /><Relationship Type="http://schemas.openxmlformats.org/officeDocument/2006/relationships/slideLayout" Target="/ppt/slideLayouts/slideLayout19.xml" Id="R8e1091026ba248a8" /><Relationship Type="http://schemas.openxmlformats.org/officeDocument/2006/relationships/slideLayout" Target="/ppt/slideLayouts/slideLayout20.xml" Id="Rcf3067d505d44e49" /><Relationship Type="http://schemas.openxmlformats.org/officeDocument/2006/relationships/slideLayout" Target="/ppt/slideLayouts/slideLayout21.xml" Id="R450f2727dd964dad" /><Relationship Type="http://schemas.openxmlformats.org/officeDocument/2006/relationships/slideLayout" Target="/ppt/slideLayouts/slideLayout22.xml" Id="Ra0bb6b8cdd584cce" /><Relationship Type="http://schemas.openxmlformats.org/officeDocument/2006/relationships/slideLayout" Target="/ppt/slideLayouts/slideLayout23.xml" Id="R99f1e88037cf4057" /><Relationship Type="http://schemas.openxmlformats.org/officeDocument/2006/relationships/slideLayout" Target="/ppt/slideLayouts/slideLayout24.xml" Id="R6db2b22d81cf42b5" /><Relationship Type="http://schemas.openxmlformats.org/officeDocument/2006/relationships/slideLayout" Target="/ppt/slideLayouts/slideLayout25.xml" Id="R4aabbc3e1edd4e4e" /><Relationship Type="http://schemas.openxmlformats.org/officeDocument/2006/relationships/slideLayout" Target="/ppt/slideLayouts/slideLayout26.xml" Id="R797dc8a6241943af" /><Relationship Type="http://schemas.openxmlformats.org/officeDocument/2006/relationships/slideLayout" Target="/ppt/slideLayouts/slideLayout27.xml" Id="Re535daa1818149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E41588D-ABDE-4BB7-B902-DDC6A2D73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8BE649-50CC-437A-AADA-BAA18D6F1C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636B639-F6BF-41D3-839F-AD8A1E9C8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BA00916-396A-A444-B6A6-572F44C7530F}" type="datetimeFigureOut">
              <a:t>2026/7/19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6F57BF-CAB1-4EF1-98FB-9D2D7A7826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A48C0B-5C78-441F-8613-16A4173115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0B36D65-86F8-1345-A972-51E3FE9D245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547d65e684aab"/>
    <p:sldLayoutId xmlns:r="http://schemas.openxmlformats.org/officeDocument/2006/relationships" id="2147483650" r:id="R9799e1daa98d4723"/>
    <p:sldLayoutId xmlns:r="http://schemas.openxmlformats.org/officeDocument/2006/relationships" id="2147483651" r:id="Rc23d345cc0c64048"/>
    <p:sldLayoutId xmlns:r="http://schemas.openxmlformats.org/officeDocument/2006/relationships" id="2147483652" r:id="R0eebc0948f8b4dc9"/>
    <p:sldLayoutId xmlns:r="http://schemas.openxmlformats.org/officeDocument/2006/relationships" id="2147483653" r:id="R9e319679cad54ab5"/>
    <p:sldLayoutId xmlns:r="http://schemas.openxmlformats.org/officeDocument/2006/relationships" id="2147483654" r:id="Rf85f463d42c244ba"/>
    <p:sldLayoutId xmlns:r="http://schemas.openxmlformats.org/officeDocument/2006/relationships" id="2147483655" r:id="R79408915932341c3"/>
    <p:sldLayoutId xmlns:r="http://schemas.openxmlformats.org/officeDocument/2006/relationships" id="2147483656" r:id="R609ed09c7e874ae2"/>
    <p:sldLayoutId xmlns:r="http://schemas.openxmlformats.org/officeDocument/2006/relationships" id="2147483657" r:id="R8a21beec39774b38"/>
    <p:sldLayoutId xmlns:r="http://schemas.openxmlformats.org/officeDocument/2006/relationships" id="2147483658" r:id="Rcc5dbbc420b84cc5"/>
    <p:sldLayoutId xmlns:r="http://schemas.openxmlformats.org/officeDocument/2006/relationships" id="2147483659" r:id="Ra8d8ba8fc1dc45c1"/>
    <p:sldLayoutId xmlns:r="http://schemas.openxmlformats.org/officeDocument/2006/relationships" id="2147483660" r:id="R7d5ac1ad0aac4248"/>
    <p:sldLayoutId xmlns:r="http://schemas.openxmlformats.org/officeDocument/2006/relationships" id="2147483661" r:id="Rd6dea0aa9d9645dd"/>
    <p:sldLayoutId xmlns:r="http://schemas.openxmlformats.org/officeDocument/2006/relationships" id="2147483662" r:id="Rd1052af219234d32"/>
    <p:sldLayoutId xmlns:r="http://schemas.openxmlformats.org/officeDocument/2006/relationships" id="2147483663" r:id="R93f8d3c306e04816"/>
    <p:sldLayoutId xmlns:r="http://schemas.openxmlformats.org/officeDocument/2006/relationships" id="2147483664" r:id="R629e1dbc141b4c66"/>
    <p:sldLayoutId xmlns:r="http://schemas.openxmlformats.org/officeDocument/2006/relationships" id="2147483665" r:id="R86dd0878740b432f"/>
    <p:sldLayoutId xmlns:r="http://schemas.openxmlformats.org/officeDocument/2006/relationships" id="2147483666" r:id="R13b362253f434c1f"/>
    <p:sldLayoutId xmlns:r="http://schemas.openxmlformats.org/officeDocument/2006/relationships" id="2147483667" r:id="R8e1091026ba248a8"/>
    <p:sldLayoutId xmlns:r="http://schemas.openxmlformats.org/officeDocument/2006/relationships" id="2147483668" r:id="Rcf3067d505d44e49"/>
    <p:sldLayoutId xmlns:r="http://schemas.openxmlformats.org/officeDocument/2006/relationships" id="2147483669" r:id="R450f2727dd964dad"/>
    <p:sldLayoutId xmlns:r="http://schemas.openxmlformats.org/officeDocument/2006/relationships" id="2147483670" r:id="Ra0bb6b8cdd584cce"/>
    <p:sldLayoutId xmlns:r="http://schemas.openxmlformats.org/officeDocument/2006/relationships" id="2147483671" r:id="R99f1e88037cf4057"/>
    <p:sldLayoutId xmlns:r="http://schemas.openxmlformats.org/officeDocument/2006/relationships" id="2147483672" r:id="R6db2b22d81cf42b5"/>
    <p:sldLayoutId xmlns:r="http://schemas.openxmlformats.org/officeDocument/2006/relationships" id="2147483673" r:id="R4aabbc3e1edd4e4e"/>
    <p:sldLayoutId xmlns:r="http://schemas.openxmlformats.org/officeDocument/2006/relationships" id="2147483674" r:id="R797dc8a6241943af"/>
    <p:sldLayoutId xmlns:r="http://schemas.openxmlformats.org/officeDocument/2006/relationships" id="2147483675" r:id="Re535daa18181490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ad02b36124412" /><Relationship Type="http://schemas.openxmlformats.org/officeDocument/2006/relationships/notesSlide" Target="/ppt/notesSlides/notesSlide1.xml" Id="Ra83b71c99108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83b1f18ac741e5" /><Relationship Type="http://schemas.openxmlformats.org/officeDocument/2006/relationships/notesSlide" Target="/ppt/notesSlides/notesSlide2.xml" Id="Rd03adc99b78e4f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54e8e52ba34713" /><Relationship Type="http://schemas.openxmlformats.org/officeDocument/2006/relationships/notesSlide" Target="/ppt/notesSlides/notesSlide3.xml" Id="Rc1d7ab3e5b3c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75b3591308462f" /><Relationship Type="http://schemas.openxmlformats.org/officeDocument/2006/relationships/notesSlide" Target="/ppt/notesSlides/notesSlide4.xml" Id="R03142aff53fd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e17a91cbdc4da9" /><Relationship Type="http://schemas.openxmlformats.org/officeDocument/2006/relationships/notesSlide" Target="/ppt/notesSlides/notesSlide5.xml" Id="R7fd8b89a14c044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8eca0c2e34b70" /><Relationship Type="http://schemas.openxmlformats.org/officeDocument/2006/relationships/notesSlide" Target="/ppt/notesSlides/notesSlide6.xml" Id="R78b9382dccb445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51e97d5ca740c1" /><Relationship Type="http://schemas.openxmlformats.org/officeDocument/2006/relationships/notesSlide" Target="/ppt/notesSlides/notesSlide7.xml" Id="R8c0a31c73a104b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a59b4bf94bd4bfa" /><Relationship Type="http://schemas.openxmlformats.org/officeDocument/2006/relationships/notesSlide" Target="/ppt/notesSlides/notesSlide8.xml" Id="R82fa070a483a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d0341ec13eb4050" /><Relationship Type="http://schemas.openxmlformats.org/officeDocument/2006/relationships/notesSlide" Target="/ppt/notesSlides/notesSlide9.xml" Id="R9cc0510793ad40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819ab2f53fc4346" /><Relationship Type="http://schemas.openxmlformats.org/officeDocument/2006/relationships/notesSlide" Target="/ppt/notesSlides/notesSlide10.xml" Id="R07696bd47dd14d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cd860ac34854b86" /><Relationship Type="http://schemas.openxmlformats.org/officeDocument/2006/relationships/notesSlide" Target="/ppt/notesSlides/notesSlide11.xml" Id="R08444fbdca7548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b344e7aa474952" /><Relationship Type="http://schemas.openxmlformats.org/officeDocument/2006/relationships/notesSlide" Target="/ppt/notesSlides/notesSlide12.xml" Id="Ra71c42a3c5064d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2d34b1843064ea6" /><Relationship Type="http://schemas.openxmlformats.org/officeDocument/2006/relationships/notesSlide" Target="/ppt/notesSlides/notesSlide13.xml" Id="R56dcce04505f4c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dd2ae2ece8447de" /><Relationship Type="http://schemas.openxmlformats.org/officeDocument/2006/relationships/notesSlide" Target="/ppt/notesSlides/notesSlide14.xml" Id="Rf87d708deb1041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9223d63b1eb49dc" /><Relationship Type="http://schemas.openxmlformats.org/officeDocument/2006/relationships/notesSlide" Target="/ppt/notesSlides/notesSlide15.xml" Id="R3bea0fe8bd964a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0ace5d471894d35" /><Relationship Type="http://schemas.openxmlformats.org/officeDocument/2006/relationships/notesSlide" Target="/ppt/notesSlides/notesSlide16.xml" Id="Re1189045d30e42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527653a395e4781" /><Relationship Type="http://schemas.openxmlformats.org/officeDocument/2006/relationships/notesSlide" Target="/ppt/notesSlides/notesSlide17.xml" Id="Rc9dda900b98143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04e9bef327b43a2" /><Relationship Type="http://schemas.openxmlformats.org/officeDocument/2006/relationships/notesSlide" Target="/ppt/notesSlides/notesSlide18.xml" Id="Rcf7deaa0ab554e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fac9f4b29a847aa" /><Relationship Type="http://schemas.openxmlformats.org/officeDocument/2006/relationships/notesSlide" Target="/ppt/notesSlides/notesSlide19.xml" Id="Rf6deb9eaf4d74a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20e2b14426c44a9" /><Relationship Type="http://schemas.openxmlformats.org/officeDocument/2006/relationships/notesSlide" Target="/ppt/notesSlides/notesSlide20.xml" Id="R165c9e5d68654d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标题 43">
            <a:extLst xmlns:a="http://schemas.openxmlformats.org/drawingml/2006/main">
              <a:ext uri="{FF2B5EF4-FFF2-40B4-BE49-F238E27FC236}">
                <a16:creationId xmlns:a16="http://schemas.microsoft.com/office/drawing/2014/main" id="{85175602-5A48-4FBE-945A-DE8E9E6F6B5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5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SchedX-Agent</a:t>
            </a:r>
          </a:p>
        </p:txBody>
      </p:sp>
      <p:sp>
        <p:nvSpPr>
          <p:cNvPr id="46" name="文本占位符 45">
            <a:extLst xmlns:a="http://schemas.openxmlformats.org/drawingml/2006/main">
              <a:ext uri="{FF2B5EF4-FFF2-40B4-BE49-F238E27FC236}">
                <a16:creationId xmlns:a16="http://schemas.microsoft.com/office/drawing/2014/main" id="{02B8FF82-DB3F-4590-9FFC-FB94BF18473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99050" y="4639945"/>
            <a:ext cx="3971290" cy="2901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 Lab</a:t>
            </a:r>
          </a:p>
        </p:txBody>
      </p:sp>
      <p:sp>
        <p:nvSpPr>
          <p:cNvPr id="49" name="文本占位符 48">
            <a:extLst xmlns:a="http://schemas.openxmlformats.org/drawingml/2006/main">
              <a:ext uri="{FF2B5EF4-FFF2-40B4-BE49-F238E27FC236}">
                <a16:creationId xmlns:a16="http://schemas.microsoft.com/office/drawing/2014/main" id="{7161093B-72DF-4C76-ADCE-2B74E4EF21C8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099050" y="5077460"/>
            <a:ext cx="3997960" cy="2901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</a:t>
            </a:r>
          </a:p>
        </p:txBody>
      </p:sp>
      <p:sp>
        <p:nvSpPr>
          <p:cNvPr id="51" name="文本占位符 50">
            <a:extLst xmlns:a="http://schemas.openxmlformats.org/drawingml/2006/main">
              <a:ext uri="{FF2B5EF4-FFF2-40B4-BE49-F238E27FC236}">
                <a16:creationId xmlns:a16="http://schemas.microsoft.com/office/drawing/2014/main" id="{DDC983FC-6704-42E6-A00C-E118AF50D14C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3937218" y="4640664"/>
            <a:ext cx="1161805" cy="2903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参赛团队：</a:t>
            </a:r>
          </a:p>
        </p:txBody>
      </p:sp>
      <p:sp>
        <p:nvSpPr>
          <p:cNvPr id="54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13E5094E-CF02-44C6-B7F7-CBBB97CFDC99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完成日期：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5884FD7-083F-43F2-B2FE-212B133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584835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9B05F38-4C7E-41F1-A5D9-71269115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4023"/>
            <a:ext cx="6858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 </a:t>
            </a: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Linux </a:t>
            </a: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的自适应资源管控 </a:t>
            </a: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2580810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E7DAEEB-02B8-48EF-BEE3-D905B1C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149669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EA78CC10-4249-4ADF-84FD-D59C1488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1378585"/>
            <a:ext cx="784860" cy="933450"/>
          </a:xfrm>
          <a:custGeom xmlns:a="http://schemas.openxmlformats.org/drawingml/2006/main"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2F6C3699-0448-4A74-A2D4-522D9363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159131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01</a:t>
            </a:r>
          </a:p>
        </p:txBody>
      </p:sp>
      <p:sp>
        <p:nvSpPr>
          <p:cNvPr id="115" name="圆角矩形 114">
            <a:extLst xmlns:a="http://schemas.openxmlformats.org/drawingml/2006/main">
              <a:ext uri="{FF2B5EF4-FFF2-40B4-BE49-F238E27FC236}">
                <a16:creationId xmlns:a16="http://schemas.microsoft.com/office/drawing/2014/main" id="{CA208385-3FF4-4A21-A2EF-CE37A11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2439670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3C9E1AD9-C1E5-400B-9BA5-B48CDCF1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2321560"/>
            <a:ext cx="784860" cy="933450"/>
          </a:xfrm>
          <a:custGeom xmlns:a="http://schemas.openxmlformats.org/drawingml/2006/main"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文本框 116">
            <a:extLst xmlns:a="http://schemas.openxmlformats.org/drawingml/2006/main">
              <a:ext uri="{FF2B5EF4-FFF2-40B4-BE49-F238E27FC236}">
                <a16:creationId xmlns:a16="http://schemas.microsoft.com/office/drawing/2014/main" id="{75510549-5F30-417A-AA75-DA50A4B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2534285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</a:p>
        </p:txBody>
      </p:sp>
      <p:sp>
        <p:nvSpPr>
          <p:cNvPr id="120" name="圆角矩形 119">
            <a:extLst xmlns:a="http://schemas.openxmlformats.org/drawingml/2006/main">
              <a:ext uri="{FF2B5EF4-FFF2-40B4-BE49-F238E27FC236}">
                <a16:creationId xmlns:a16="http://schemas.microsoft.com/office/drawing/2014/main" id="{C14E27D3-AAF4-45CB-B58E-BFF18A8D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338264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BE76318A-5910-4A8F-96A0-1326C60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3264535"/>
            <a:ext cx="784860" cy="933450"/>
          </a:xfrm>
          <a:custGeom xmlns:a="http://schemas.openxmlformats.org/drawingml/2006/main"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文本框 121">
            <a:extLst xmlns:a="http://schemas.openxmlformats.org/drawingml/2006/main">
              <a:ext uri="{FF2B5EF4-FFF2-40B4-BE49-F238E27FC236}">
                <a16:creationId xmlns:a16="http://schemas.microsoft.com/office/drawing/2014/main" id="{C990356E-06A2-4235-BBE7-8C5DD15C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347726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</a:p>
        </p:txBody>
      </p:sp>
      <p:sp>
        <p:nvSpPr>
          <p:cNvPr id="125" name="圆角矩形 124">
            <a:extLst xmlns:a="http://schemas.openxmlformats.org/drawingml/2006/main">
              <a:ext uri="{FF2B5EF4-FFF2-40B4-BE49-F238E27FC236}">
                <a16:creationId xmlns:a16="http://schemas.microsoft.com/office/drawing/2014/main" id="{5367B68E-A6A2-4C80-B9D4-EE3D12F5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4325620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84AF8CE3-E374-4C89-9EB9-8AE22C2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4207510"/>
            <a:ext cx="784860" cy="933450"/>
          </a:xfrm>
          <a:custGeom xmlns:a="http://schemas.openxmlformats.org/drawingml/2006/main"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A90B9B96-A8C8-42DF-9D86-34E7AB7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4420235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516B81A1-0AA2-4356-AEAA-EE97B6C4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526859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034C1A87-7D78-4472-8A02-262E6102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5150485"/>
            <a:ext cx="784860" cy="933450"/>
          </a:xfrm>
          <a:custGeom xmlns:a="http://schemas.openxmlformats.org/drawingml/2006/main"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9A86294C-8D0E-4835-8BE4-C0B5B99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536321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05</a:t>
            </a:r>
          </a:p>
        </p:txBody>
      </p:sp>
      <p:sp>
        <p:nvSpPr>
          <p:cNvPr id="33" name="标题 32">
            <a:extLst xmlns:a="http://schemas.openxmlformats.org/drawingml/2006/main">
              <a:ext uri="{FF2B5EF4-FFF2-40B4-BE49-F238E27FC236}">
                <a16:creationId xmlns:a16="http://schemas.microsoft.com/office/drawing/2014/main" id="{D2EB5121-4359-455E-9FF9-B885B9869D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62750" y="1586865"/>
            <a:ext cx="3072130" cy="52197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项目介绍</a:t>
            </a:r>
          </a:p>
        </p:txBody>
      </p:sp>
      <p:sp>
        <p:nvSpPr>
          <p:cNvPr id="2" name="标题 32">
            <a:extLst xmlns:a="http://schemas.openxmlformats.org/drawingml/2006/main">
              <a:ext uri="{FF2B5EF4-FFF2-40B4-BE49-F238E27FC236}">
                <a16:creationId xmlns:a16="http://schemas.microsoft.com/office/drawing/2014/main" id="{73797232-8B4B-484C-BC77-30479A0C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93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项目亮点</a:t>
            </a:r>
          </a:p>
        </p:txBody>
      </p:sp>
      <p:sp>
        <p:nvSpPr>
          <p:cNvPr id="3" name="标题 32">
            <a:extLst xmlns:a="http://schemas.openxmlformats.org/drawingml/2006/main">
              <a:ext uri="{FF2B5EF4-FFF2-40B4-BE49-F238E27FC236}">
                <a16:creationId xmlns:a16="http://schemas.microsoft.com/office/drawing/2014/main" id="{00A99ED6-AF8C-402A-A343-BC5B792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64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技术难点</a:t>
            </a:r>
          </a:p>
        </p:txBody>
      </p:sp>
      <p:sp>
        <p:nvSpPr>
          <p:cNvPr id="4" name="标题 32">
            <a:extLst xmlns:a="http://schemas.openxmlformats.org/drawingml/2006/main">
              <a:ext uri="{FF2B5EF4-FFF2-40B4-BE49-F238E27FC236}">
                <a16:creationId xmlns:a16="http://schemas.microsoft.com/office/drawing/2014/main" id="{6A1B6DE7-675C-440C-9E12-A2E9AC8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89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项目测试</a:t>
            </a:r>
          </a:p>
        </p:txBody>
      </p:sp>
      <p:sp>
        <p:nvSpPr>
          <p:cNvPr id="5" name="标题 32">
            <a:extLst xmlns:a="http://schemas.openxmlformats.org/drawingml/2006/main">
              <a:ext uri="{FF2B5EF4-FFF2-40B4-BE49-F238E27FC236}">
                <a16:creationId xmlns:a16="http://schemas.microsoft.com/office/drawing/2014/main" id="{D0AF1AE5-E5A2-4C80-B3A1-CB4C5FD4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14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作品演示</a:t>
            </a:r>
          </a:p>
        </p:txBody>
      </p:sp>
    </p:spTree>
    <p:extLst>
      <p:ext uri="{BB962C8B-B14F-4D97-AF65-F5344CB8AC3E}">
        <p14:creationId xmlns:p14="http://schemas.microsoft.com/office/powerpoint/2010/main" val="4067526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F83EBB86-2BC6-475D-A3D7-94F89D284F0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项目介绍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B2CCAE-EE95-4F45-A968-0B65177B712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从混合负载干扰出发，建立可感知、可执行、可验证的闭环</a:t>
            </a:r>
          </a:p>
        </p:txBody>
      </p:sp>
    </p:spTree>
    <p:extLst>
      <p:ext uri="{BB962C8B-B14F-4D97-AF65-F5344CB8AC3E}">
        <p14:creationId xmlns:p14="http://schemas.microsoft.com/office/powerpoint/2010/main" val="1091814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B70A791F-11F7-4642-8D2C-5419D5A47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1.1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默认调度无法直接理解业务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SLO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217AE1C-BF7E-4C60-9D6C-D37E79E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9028"/>
            <a:ext cx="514350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混合负载的核心矛盾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92AA448-FA5B-4BA3-9F84-6E87DF5C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37779"/>
            <a:ext cx="4978400" cy="15859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nginx / Redis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关注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P99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延迟与可用吞吐</a:t>
            </a:r>
          </a:p>
          <a:p xmlns:a="http://schemas.openxmlformats.org/drawingml/2006/main"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sysbench /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编译任务关注完成时间和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利用率</a:t>
            </a:r>
          </a:p>
          <a:p xmlns:a="http://schemas.openxmlformats.org/drawingml/2006/main"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stress-ng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等后台任务会争抢同一组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CPU</a:t>
            </a:r>
          </a:p>
          <a:p xmlns:a="http://schemas.openxmlformats.org/drawingml/2006/main"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默认公平性无法表达“谁更重要、何时切换”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D0C78F72-499F-4D43-9BF8-FC5DA81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6195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BA74AE59-ED02-4BEB-BF0E-DB5F1B37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714500"/>
            <a:ext cx="4368800" cy="323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C9D7049-CBEB-4087-B13D-415C07A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4623"/>
            <a:ext cx="3708400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20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资源仍可用，但业务已经退化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080E988F-3A16-475D-80BA-338E87BD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9700"/>
            <a:ext cx="17145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76A515-2CF5-40BB-847F-EF7C1A6C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704356"/>
            <a:ext cx="13589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P99 ↑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02DAAD9-68B0-4DAB-A187-3B9A5AFB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3340472"/>
            <a:ext cx="1358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尾延迟恶化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8E31C3D-C37A-4EB2-A628-BB5A584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2679700"/>
            <a:ext cx="17145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B17D17A-FE84-4096-8EE2-BEE98DC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0" y="2704356"/>
            <a:ext cx="13589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EE8430"/>
                </a:solidFill>
                <a:latin typeface="微软雅黑"/>
                <a:ea typeface="微软雅黑"/>
                <a:cs typeface="微软雅黑"/>
              </a:rPr>
              <a:t>RPS ↓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6099C05-9776-4299-BD9C-24E2703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0" y="3340472"/>
            <a:ext cx="1358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在线吞吐下降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05BDDD5-B8A4-422C-ADE5-7787A9C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4146779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需要让调度策略理解 </a:t>
            </a:r>
            <a:r>
              <a:rPr sz="16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workload </a:t>
            </a:r>
            <a:r>
              <a:rPr sz="16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语义，并对结果负责</a:t>
            </a:r>
          </a:p>
        </p:txBody>
      </p:sp>
    </p:spTree>
    <p:extLst>
      <p:ext uri="{BB962C8B-B14F-4D97-AF65-F5344CB8AC3E}">
        <p14:creationId xmlns:p14="http://schemas.microsoft.com/office/powerpoint/2010/main" val="18041279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A4C3A861-3A27-47D2-9170-B7D266B73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1.2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目标：形成可验证、可回滚的资源管控闭环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35E48A-AB5D-4A0D-99D2-091285A8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84500"/>
            <a:ext cx="393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D4D4A93B-DF1E-40FA-AE38-1F4B1176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2984500"/>
            <a:ext cx="393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309542D8-D7EF-4BB1-99D6-27B150A3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984500"/>
            <a:ext cx="393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D26072FE-F67B-4D54-B9A3-2155F42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84500"/>
            <a:ext cx="393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A4C4870-7BEE-456B-B6C3-7EE596D6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00" y="2984500"/>
            <a:ext cx="393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AD034B7-14E9-4E6C-A04F-8668FF9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75A2F82-91CE-4F50-A308-784D60F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3940359-79CB-4AF6-9682-37908D6F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081467"/>
            <a:ext cx="1193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procfs / PSI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B96E4BA2-56A7-47E8-9882-6C21DB2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79B9F45-A273-4DF5-965B-97E526E2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097BA2C-189B-447D-BD78-4F6217CA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1466"/>
            <a:ext cx="1193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规则优先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E6FCCD61-E395-40EA-BC48-54BF429C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4A2AFC0-C668-422B-A92B-B19CE1A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路由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1C1FAD7-4413-4589-A183-C0297550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81466"/>
            <a:ext cx="119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DeepSeek + 专家路由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C2764DE9-3A4F-4AC2-8BC5-75DD5563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CA0AEF-AA31-4D48-86F9-418A4462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4FE56F7-0097-4887-91A4-E014BA26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081467"/>
            <a:ext cx="1193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 + cgroup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42FF0B81-A27A-4888-8C24-66681FD6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75B02E3-D2B8-4B09-9326-5A90312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D4EABEF-5AD6-4EE9-95F3-3CE6B97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1466"/>
            <a:ext cx="1193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真实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SLO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9845E1D0-0F6B-4EAC-80F7-CCE01BAB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349500"/>
            <a:ext cx="1397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4B014FB-B915-4662-83FC-ECEB06FF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527300"/>
            <a:ext cx="1193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接受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回滚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FAC7225C-3869-4B2A-B869-2ADEFFB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3081466"/>
            <a:ext cx="1193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清理状态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90544738-AC5C-43BB-A079-D161BF3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6400"/>
            <a:ext cx="100584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E1E9F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9AF9F18-7D5E-499B-B4EE-6129191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4200"/>
            <a:ext cx="9525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安全边界贯穿每个阶段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A06BE992-B6E3-4B08-A089-7C57ED8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1783"/>
            <a:ext cx="95250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结构化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Action  ·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命令白名单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精确进程匹配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默认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dry-run  ·  Canary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门槛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· 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原子回滚</a:t>
            </a:r>
          </a:p>
        </p:txBody>
      </p:sp>
    </p:spTree>
    <p:extLst>
      <p:ext uri="{BB962C8B-B14F-4D97-AF65-F5344CB8AC3E}">
        <p14:creationId xmlns:p14="http://schemas.microsoft.com/office/powerpoint/2010/main" val="1298220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C9C227A-70A0-40E5-8C2E-AEF7F21084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1.3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优势：自适应决策与安全执行解耦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F4BFBF-9098-47F0-9B7C-911E6D8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7145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6D7D773-6E28-49C8-B9D1-2AE1D4A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6877"/>
            <a:ext cx="2047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C53238-32F1-4981-8AA3-5C1032B2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7145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6A460C0-1BC9-4BF9-A141-2392AD2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40" y="1846877"/>
            <a:ext cx="2047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workload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B7F0D6E-6340-424A-AE5B-F5FE6D1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880" y="17145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F0C9515-2233-43B2-A970-1DB1705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80" y="1846877"/>
            <a:ext cx="2047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执行方式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FE2D67B-02ED-422A-A3E6-D3768C2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17145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4243900-F3C8-4D10-A562-6037B78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846877"/>
            <a:ext cx="2047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在线验证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5E0046-6412-43BC-B0B5-08BA13A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7145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85B6DAD-13B8-4473-AEA7-F90737AD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860" y="1846877"/>
            <a:ext cx="2047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异常恢复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3D707A6-9DC4-4FB0-A044-20B286B1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4257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53BA7EE-46AB-47B1-AC03-1EAD1BB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07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静态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cgroup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脚本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B17015-C777-4F02-8464-8CE42B9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257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ECF3376-7CE3-450B-B4F2-BCE362F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40" y="25607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人工指定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5CE98DE-1BD0-4A19-9704-780F5C6E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880" y="24257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94B633F-1ED4-425F-9865-6633491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80" y="25607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cgroup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5ABC311-4B48-4BB9-8D2D-E0D623F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24257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9DDE1D9-9DAB-4F90-B443-C118341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25607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通常无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63DD472-EB87-48B2-9F62-C1ECE7E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24257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5F32D4A-E140-44D8-886F-F6AF9EB0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860" y="25607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人工恢复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225B85E-5102-4D17-B175-8294B88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1369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910EBE7-36D4-4893-A48E-ED4C952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19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固定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scx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调度器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E358E6E-8F73-4B43-BFE2-D2A77B5B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1369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9157457-0AE2-43FD-BCF6-9121320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40" y="32719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有限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E4C36A4-A102-49D6-B31C-F58A563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880" y="31369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7EFD079F-F9FA-44B3-9151-0FA18BB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80" y="32719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sched_ext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91AC23F-EB23-4E40-AF5D-DDB2AE9D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31369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BE6DC221-E792-4AB7-8E2C-F6456D3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32719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通常离线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13046BB-581A-4F23-BBE3-F53E9382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31369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22E8F6F-BA7E-42C8-AB40-1976CA2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860" y="32719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内核退出保护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F4A3B90-2F98-4E4F-ADCA-0DF1E8B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481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0F784FA6-7702-4CE7-A5C0-B456846D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31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通用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LLM Agent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7AB83A5-F855-42D1-8E09-75CCC414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8481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FECA5DA6-6074-4517-87A4-E456E933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40" y="39831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语义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DB39727-5F87-4E69-BD41-8106CAEB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880" y="38481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083408E-3EE0-4221-B4F4-C4EE41E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80" y="39831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00E0B1E-868D-4F7F-AD6A-30DE9825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38481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595257A-C65B-430B-A7D2-1612AD3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39831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9F2BBC9-84F7-456F-B029-1759C6B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38481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DE767766-11AF-4CF5-A332-24B865C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860" y="39831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54C7818-A0C0-4D86-ACC2-A08FEAB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5593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CB6366C0-CB56-49CB-B4C0-AA3F5B2A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43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SchedX-Agent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90AF180D-8236-4BAD-8E05-534E9CF4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5593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B186DF5-FCA0-46CF-BDA7-5B291B52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40" y="46943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procfs / PSI / SLO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325EC0C-D722-439A-B0F8-F1A9E6D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880" y="45593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98A9B0C0-9F36-497E-86BC-15C070FD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380" y="4694367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native scx + cgroup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D3FC916-1E85-4A27-A257-B8402E6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45593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7AF8F891-51C4-42AB-AA23-EE4636D4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694367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真实 </a:t>
            </a: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Canary + </a:t>
            </a: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公平性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22453AA-84CA-443F-90C7-07A2219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4559300"/>
            <a:ext cx="217424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D9935B6-1644-4BC5-8A8E-DF51D88E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860" y="4694366"/>
            <a:ext cx="204724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自动原子回滚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0A8AF4D4-C25C-448A-B6C8-7EFCA24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532194"/>
            <a:ext cx="108712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核心差异：策略只有通过真实 </a:t>
            </a: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SLO </a:t>
            </a: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与后台公平性验证后才会被保留。</a:t>
            </a:r>
          </a:p>
        </p:txBody>
      </p:sp>
    </p:spTree>
    <p:extLst>
      <p:ext uri="{BB962C8B-B14F-4D97-AF65-F5344CB8AC3E}">
        <p14:creationId xmlns:p14="http://schemas.microsoft.com/office/powerpoint/2010/main" val="1562030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53FF8DAB-D4F7-4001-84AA-2C4A6BA6F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1.4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原创实现与开源边界均可审计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FA0AA8D1-C6BA-4605-8333-B9AF1ED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3400"/>
            <a:ext cx="3111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83BE0AC-DB55-438C-A6FA-F331732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1828056"/>
            <a:ext cx="27559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12,721 </a:t>
            </a:r>
            <a:r>
              <a:rPr sz="28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9CA7612-FAFE-467C-8B96-43BD2D5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464172"/>
            <a:ext cx="2755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产品代码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26CE38C6-CDDE-4368-B1D9-47851579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3400"/>
            <a:ext cx="3111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34CDA71-317E-4884-BAF9-C92FFDE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00" y="1828056"/>
            <a:ext cx="27559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6E44EB"/>
                </a:solidFill>
                <a:latin typeface="微软雅黑"/>
                <a:ea typeface="微软雅黑"/>
                <a:cs typeface="微软雅黑"/>
              </a:rPr>
              <a:t>1,822 </a:t>
            </a:r>
            <a:r>
              <a:rPr sz="2800" b="1">
                <a:solidFill>
                  <a:srgbClr val="6E44EB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708DD2B-FD3B-4933-9574-4D9BFA0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00" y="2464172"/>
            <a:ext cx="2755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自动化测试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6AB640A-2FB8-4618-AD5F-6BF8398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3400"/>
            <a:ext cx="3111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62B5F52-E372-42F1-80EA-9DF775B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1828056"/>
            <a:ext cx="27559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15BDE5"/>
                </a:solidFill>
                <a:latin typeface="微软雅黑"/>
                <a:ea typeface="微软雅黑"/>
                <a:cs typeface="微软雅黑"/>
              </a:rPr>
              <a:t>14,543 </a:t>
            </a:r>
            <a:r>
              <a:rPr sz="2800" b="1">
                <a:solidFill>
                  <a:srgbClr val="15BDE5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12493A9-76A8-49B4-8BC7-2950EB9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2464172"/>
            <a:ext cx="2755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自研有效代码合计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C45C43A-4C54-4E74-BF3C-85058EC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6500"/>
            <a:ext cx="10655300" cy="1841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4ED0F52-4EAA-4C1A-8EE3-D0324E0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924300"/>
            <a:ext cx="4445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团队独立实现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D8431E4-A913-4B21-9D03-81A93D8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73751"/>
            <a:ext cx="4699000" cy="917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Agent / Skills /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安全执行闭环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项目专用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scx_agent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与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daemon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Canary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、回滚、实验与报告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D371A7C-889E-4C90-BF45-3EA1CCA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445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明确声明外部基础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A4D7276-4317-4A49-A66A-A173EAD7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73751"/>
            <a:ext cx="4572000" cy="917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openEuler / Linux / sched_ext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libbpf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nginx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wrk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stress-ng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许可证与用途记录于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THIRD_PARTY_NOTICES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ABD3B12-3785-46BE-8858-ABC7559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1450"/>
            <a:ext cx="10922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统计口径：项目随附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code_origin_stats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；最终提交前将在干净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Git commit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上重跑。</a:t>
            </a:r>
          </a:p>
        </p:txBody>
      </p:sp>
    </p:spTree>
    <p:extLst>
      <p:ext uri="{BB962C8B-B14F-4D97-AF65-F5344CB8AC3E}">
        <p14:creationId xmlns:p14="http://schemas.microsoft.com/office/powerpoint/2010/main" val="14575543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F89EA774-60FC-4A89-B117-0610999181F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项目亮点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3EE1C1D-9EF2-48A7-B30A-79C360D867E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以真实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native sched_ext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为执行面，以安全门槛约束自适应策略</a:t>
            </a:r>
          </a:p>
        </p:txBody>
      </p:sp>
    </p:spTree>
    <p:extLst>
      <p:ext uri="{BB962C8B-B14F-4D97-AF65-F5344CB8AC3E}">
        <p14:creationId xmlns:p14="http://schemas.microsoft.com/office/powerpoint/2010/main" val="5611822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F8289D0-4876-4153-BE4C-1805FD7C3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2.1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标准化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Skills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组成完整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闭环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9AC363F1-6847-4296-9C1A-2E7AECC4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1803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F7FD4F7-CD68-4B9B-BA14-07BD69B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019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268060B-1C04-4669-80DC-1C126767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032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3FF5A6C-D64E-465E-B141-AB29610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11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Probe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51446E5-262F-4662-A93F-BEA1158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3178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procfs / PSI / cgroup / SLO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6F78FD1F-EBCE-47A2-95E3-A7922FD1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03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881747C-CBA6-4E16-ACBA-9915A24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17F1E32-2F78-461C-8C79-D4D30663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2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94F14E6-13EE-4DFB-8D90-3F899FE9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2011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Analyze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4E71C94-0B46-42E1-8055-0804D5D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723177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规则分类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可审计原因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D6B82FC-683D-42EC-941F-CDBA0C8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3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79CECB58-6254-4F24-AA56-5CA2BA52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019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B2A6DDC-0E19-4C9E-A186-3D893B4B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032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D2839D0-5122-45BD-A7AC-5DF618B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2011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Policy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B1162C0-0BB1-4497-A7C2-9403D08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23177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DeepSeek 提案 + 学习型专家路由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F276EB17-9DDB-4C11-9ACA-8333129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708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97452FB7-6B4D-428E-8F6B-EE4F9F6B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924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C7BA21CA-1936-4042-A375-CA4BF11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937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912577D-96BB-489A-B4E2-D30109AA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16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Act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921DCC49-70E9-4D6A-8A26-2C28249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8177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 v2 + native scx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50162974-E746-4A19-906C-331584D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708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065F0C49-0FF0-4D8D-AF5C-8D6A9036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662F401-5818-41D2-9C0D-80C6E57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7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15BABB8B-B330-44AD-B15C-585B692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3916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C127B05-A72D-4CDF-977A-E8DA137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28178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RPS / P99 /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公平性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内核健康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83A1B46-FB7E-4CE9-A094-5D5E4F7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8400"/>
            <a:ext cx="32766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2E880CD3-A4F1-405F-B318-DC81A40B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5588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B062E394-5614-4544-A8DE-E66FD56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37000"/>
            <a:ext cx="558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94EC437-A692-4891-BF96-42670DAC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3916606"/>
            <a:ext cx="209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Rollback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FCFEF2D3-7555-41C8-8DF7-BBCF0FA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28177"/>
            <a:ext cx="2768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跨执行面恢复与残留检查</a:t>
            </a:r>
          </a:p>
        </p:txBody>
      </p:sp>
    </p:spTree>
    <p:extLst>
      <p:ext uri="{BB962C8B-B14F-4D97-AF65-F5344CB8AC3E}">
        <p14:creationId xmlns:p14="http://schemas.microsoft.com/office/powerpoint/2010/main" val="15787397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9B57CC18-92E6-4706-9B54-D319ACE3A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2.2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三项机制让性能收益可信、可解释、可恢复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93FB0309-7D13-431C-90A9-8C44022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1816100"/>
            <a:ext cx="3276600" cy="35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7DDF425-9D74-4854-BE4D-36ED49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957745"/>
            <a:ext cx="6985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7BE84C-35B2-45E1-A40E-24ED52A5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2656617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真实 </a:t>
            </a:r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native scx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A77EDC0-5C90-4666-A49A-1D63CD6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99051"/>
            <a:ext cx="2794000" cy="6924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BPF struct_ops +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三类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DSQ + weighted-vtime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；用户态通过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map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动态下发分类与权重。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9C96170-521B-414C-BFBB-7BA9BF7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16100"/>
            <a:ext cx="3276600" cy="35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20368A9-5666-44F7-811B-C630D287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1957745"/>
            <a:ext cx="6985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EE3EAA1-16BD-41E6-93B0-26F0E5F1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656617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公平性门控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21FB963-CA90-443C-8EA0-3449979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399051"/>
            <a:ext cx="2794000" cy="6924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统计后台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进度；低于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25%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保留率的实验自动标记为无效，拒绝“饿死后台”。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52DC9226-A7E0-4D34-BA1E-E3575C7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6100"/>
            <a:ext cx="3276600" cy="35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49F78E8-1EDE-46E9-9C8A-F4742DE2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7745"/>
            <a:ext cx="6985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7688AC4-3B3D-4B3E-B82E-5FC5C2C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56617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</a:t>
            </a:r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原子回滚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266C9B2-2FC6-4AE2-97AE-04F7FD67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9051"/>
            <a:ext cx="2794000" cy="6924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动作前后运行真实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wrk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RPS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P99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、后台进度或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nr_rejected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失败即跨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cgroup/scx </a:t>
            </a:r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回滚。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CB05519-8B46-4EE9-81E0-E6AE8CA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5699983"/>
            <a:ext cx="105410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正式演示由 DeepSeek 生成受约束提案；Schema、白名单、Canary 与规则 fallback 保证执行安全。</a:t>
            </a:r>
          </a:p>
        </p:txBody>
      </p:sp>
    </p:spTree>
    <p:extLst>
      <p:ext uri="{BB962C8B-B14F-4D97-AF65-F5344CB8AC3E}">
        <p14:creationId xmlns:p14="http://schemas.microsoft.com/office/powerpoint/2010/main" val="17579686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C2455FEC-068E-425B-8F43-6526ED31C77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技术难点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EE20744-A7D3-4AE3-9ADB-FBB8A30F024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openEuler SP4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上打通内核能力、特权执行与失败恢复</a:t>
            </a:r>
          </a:p>
        </p:txBody>
      </p:sp>
    </p:spTree>
    <p:extLst>
      <p:ext uri="{BB962C8B-B14F-4D97-AF65-F5344CB8AC3E}">
        <p14:creationId xmlns:p14="http://schemas.microsoft.com/office/powerpoint/2010/main" val="3211735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4B495144-2A3D-4B24-BBA3-A4FFD32F6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3.1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打通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openEuler SP4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的真实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sched_ext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D5AE372-3F4A-4859-B4A3-EE5316BB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7465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22F6942-15FA-4E18-9B94-4B9BC47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1892300"/>
            <a:ext cx="32385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openEuler SP4 stock kernel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74952D-6E99-4E37-AB55-BD6DAE6A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272556"/>
            <a:ext cx="32385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未启用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CONFIG_SCHED_CLASS_EXT</a:t>
            </a:r>
          </a:p>
          <a:p xmlns:a="http://schemas.openxmlformats.org/drawingml/2006/main"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自动进入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cgroup-only fallback</a:t>
            </a:r>
          </a:p>
        </p:txBody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6136DD4E-3A79-4C75-B542-9CC4CAB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89200"/>
            <a:ext cx="889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EA1D2F7-F884-461B-BDD4-A667D14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0"/>
            <a:ext cx="5867400" cy="154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7DEB7A4-822B-4AD5-982D-EBFE7421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92300"/>
            <a:ext cx="5334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可审计的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schedx1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内核路径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A7F568C-AEA6-4DE8-827C-0BFA8501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9856"/>
            <a:ext cx="533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官方源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RPM +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最小配置启用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独立版本后缀</a:t>
            </a:r>
          </a:p>
          <a:p xmlns:a="http://schemas.openxmlformats.org/drawingml/2006/main"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保留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stock kernel </a:t>
            </a: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回退入口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6C1E98-1F6E-4FE3-9FAE-9E1B909B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45085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2C7ADE94-AA7E-4EBB-B7B1-8D2F789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5085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7C0581ED-4EF0-4A0E-B461-48DC9751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085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D6ACD69A-7B61-4CC7-90D7-25CA645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37000"/>
            <a:ext cx="23495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501403B-FD2A-442A-8791-4927335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" y="4084394"/>
            <a:ext cx="20447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用户态 </a:t>
            </a: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EDFF7FB-24B5-48D2-861A-EFFE686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" y="4541967"/>
            <a:ext cx="20447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分类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权重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B582E841-1E59-46EA-B80E-7668D65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3937000"/>
            <a:ext cx="23495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5A8665C-E53C-4CB7-A6A9-B012CC0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900" y="4084394"/>
            <a:ext cx="20447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scx daemon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227E507-D26A-4A89-A2AA-D11E8AB2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900" y="4541967"/>
            <a:ext cx="20447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唯一 </a:t>
            </a: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struct_ops owner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370CB01A-22AB-481A-AEAF-2519650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7000"/>
            <a:ext cx="23495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04233C8-ED65-48FF-9F5A-CB71AA0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4394"/>
            <a:ext cx="20447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BPF maps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FE2BCA8-2A47-40F7-9BD0-709DEA8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41967"/>
            <a:ext cx="20447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task / cgroup policy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8042FED8-75FF-4068-87D1-914CEB92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3937000"/>
            <a:ext cx="2349500" cy="116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4488700-E85B-43F3-A9A5-9998220D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0" y="4084394"/>
            <a:ext cx="20447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scx_agent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9BB7E7-92A0-41DC-8A15-5F8CE00E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0" y="4449634"/>
            <a:ext cx="20447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latency / batch / background DSQ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EBEE5B0B-61F5-4081-A8CF-DBCABBB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1450"/>
            <a:ext cx="10922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实测环境：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openEuler 24.03 LTS SP4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kernel 6.6.0-159.4.3.154.oe2403sp4.schedx1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08533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52314E7-D508-4EB1-817B-9B2BE2FB4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3.2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特权动作必须经过四道安全门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523C572-F277-4C68-BEC4-43B2B76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2425700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F91BA2EF-F9FC-49C3-BEC7-3DC1977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89100"/>
            <a:ext cx="2794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EB046C1-1810-4E4E-954F-0903E51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1775311"/>
            <a:ext cx="23876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目标门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760FD4A-4A7C-498B-BD89-D553C3C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689100"/>
            <a:ext cx="7239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4664ADA-D7D9-44F4-A997-9562DF8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21478"/>
            <a:ext cx="670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精确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comm / cmdline / child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关系；保护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schedx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sshd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systemd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等进程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6F426F27-DD29-4BF7-98A7-D9C6085C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467100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CD1E079-267D-493F-BA10-ECFEF0B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730500"/>
            <a:ext cx="2794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118FED1-A9A4-4E4C-9813-09641DD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816711"/>
            <a:ext cx="23876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动作门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5DE468D9-462C-442B-AF48-C8D36FF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730500"/>
            <a:ext cx="7239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8115FCD-5793-40C3-A0F6-77EF287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862877"/>
            <a:ext cx="670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结构化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Action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、白名单命令、风险级别、写前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rollback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元数据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F14189D0-4CFD-408E-A423-5063CE5D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4508500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E68D80F3-7152-4179-ACBD-212D01F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771900"/>
            <a:ext cx="2794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BBDDC13-65BA-41F3-A847-9D7755D8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3858111"/>
            <a:ext cx="23876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验证门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448B7468-2DC4-4B87-9515-74D013C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771900"/>
            <a:ext cx="7239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3DE525D-2BBF-4E00-9929-A25DADD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904277"/>
            <a:ext cx="670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真实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RPS / P99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、后台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保留率、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sched_ext nr_rejected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A7072A1D-8C14-419C-B3D2-184A62FF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813300"/>
            <a:ext cx="2794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70FD2C27-8C7F-4B1F-8509-5A00439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899511"/>
            <a:ext cx="23876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恢复门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91D0F84-4EF1-46FB-8A9D-6D33937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4813300"/>
            <a:ext cx="7239000" cy="81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37EF4B4-85AF-4B38-A650-637CC16E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4945677"/>
            <a:ext cx="670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恢复控制文件 → 迁回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PID →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删除空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cgroup →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移除 </a:t>
            </a:r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scx policy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C32396F9-6F88-4D8E-889D-43DC3E7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910877"/>
            <a:ext cx="10414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严格 P99 门槛已真实触发 rejected → rolled_back；25 项设置恢复、11 个 cgroup 删除、10 条 scx policy 移除。</a:t>
            </a:r>
          </a:p>
        </p:txBody>
      </p:sp>
    </p:spTree>
    <p:extLst>
      <p:ext uri="{BB962C8B-B14F-4D97-AF65-F5344CB8AC3E}">
        <p14:creationId xmlns:p14="http://schemas.microsoft.com/office/powerpoint/2010/main" val="12672075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76C22621-35A8-4908-82D3-C48AC415D6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项目测试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13F517F-8868-47B0-8900-7F6DBD6F8F0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用四组消融、第二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workload 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与失败注入证明闭环有效</a:t>
            </a:r>
          </a:p>
        </p:txBody>
      </p:sp>
    </p:spTree>
    <p:extLst>
      <p:ext uri="{BB962C8B-B14F-4D97-AF65-F5344CB8AC3E}">
        <p14:creationId xmlns:p14="http://schemas.microsoft.com/office/powerpoint/2010/main" val="17409590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401FCF00-DCD8-4704-8342-754A54F95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4.1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正式实验环境与质量门槛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4F0FDB96-2551-4ADE-B456-6ACE14BB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14500"/>
            <a:ext cx="2413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B274086-9CF9-4785-BCDB-25AFE3D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9156"/>
            <a:ext cx="20574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 vCPU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0B7B28C-E01E-4749-A4C4-2767BF57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5272"/>
            <a:ext cx="2057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openEuler SP4 </a:t>
            </a: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虚拟机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220835E-800E-476D-A8B1-68F2B58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413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070B134-0995-43EB-9BA8-F417F76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1739156"/>
            <a:ext cx="20574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6E44EB"/>
                </a:solidFill>
                <a:latin typeface="微软雅黑"/>
                <a:ea typeface="微软雅黑"/>
                <a:cs typeface="微软雅黑"/>
              </a:rPr>
              <a:t>20s × 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A3B4F28-1083-4080-B4E6-1F2BF49A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2375272"/>
            <a:ext cx="2057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每个 </a:t>
            </a: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phase </a:t>
            </a: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重复实验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3382C571-B712-485E-9B8D-AA3ECA8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2413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4FC6726-EE14-48C3-9DCB-E65F72C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739156"/>
            <a:ext cx="20574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133 passed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F1F472E-F334-4499-B47D-423615D3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375272"/>
            <a:ext cx="2057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openEuler </a:t>
            </a: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自动化测试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9371784-FDFD-4A5C-BBA8-F3F4B7C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1714500"/>
            <a:ext cx="2413000" cy="1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A5B2C90-4921-40F7-9484-C37EDDD7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39156"/>
            <a:ext cx="20574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15BDE5"/>
                </a:solidFill>
                <a:latin typeface="微软雅黑"/>
                <a:ea typeface="微软雅黑"/>
                <a:cs typeface="微软雅黑"/>
              </a:rPr>
              <a:t>0 rejected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F3C4154-4BE2-40FE-96A6-08F7CB4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75272"/>
            <a:ext cx="2057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sched_ext nr_rejected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4D07882-15B6-40AF-893F-2A6468C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429000"/>
            <a:ext cx="514350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5F1DBBF-B72A-4D41-B96D-547E0E88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19500"/>
            <a:ext cx="4572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实验矩阵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0D6F5D1-501C-4264-ADE3-0501592C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881651"/>
            <a:ext cx="4572000" cy="94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nginx + wrk + stress-ng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四组消融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sysbench + stress-ng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第二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workload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DeepSeek Agent trace：accepted / rolled_back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0369015F-96DF-4868-89CC-42DB0A99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429000"/>
            <a:ext cx="514350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9694635A-B456-48A6-92A1-C28B623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619500"/>
            <a:ext cx="4572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有效性约束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C77E8B6-6106-41BE-840C-734DBDA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881651"/>
            <a:ext cx="4572000" cy="94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相同参数、保留全部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raw output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后台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保留率不得低于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25%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失败与负向结果不做人工修饰</a:t>
            </a:r>
          </a:p>
        </p:txBody>
      </p:sp>
    </p:spTree>
    <p:extLst>
      <p:ext uri="{BB962C8B-B14F-4D97-AF65-F5344CB8AC3E}">
        <p14:creationId xmlns:p14="http://schemas.microsoft.com/office/powerpoint/2010/main" val="161888859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AAE1562B-0E36-41C3-A232-23F0003CE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4.2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四组消融分离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cgroup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scx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与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的贡献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E016D3A-1BAC-4809-A0B0-6EFA786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1625600"/>
            <a:ext cx="4953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Mean RPS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（越高越好）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1BB685A-FD62-4D0E-A811-1446579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625600"/>
            <a:ext cx="4953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P99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延迟 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/ ms</a:t>
            </a: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（越低越好）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4809083-4F33-4509-BDFC-79111D3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306766"/>
            <a:ext cx="1168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default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8D00DDB-F507-44DA-870F-66D9B33D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2286000"/>
            <a:ext cx="1664045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89A3"/>
          </a:solidFill>
          <a:ln xmlns:a="http://schemas.openxmlformats.org/drawingml/2006/main" w="9525">
            <a:solidFill>
              <a:srgbClr val="7C89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5269CBF-865F-454B-B0A9-DF67C94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306766"/>
            <a:ext cx="8890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56,447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434B8CB-000B-434B-8E7D-C7A288D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2306766"/>
            <a:ext cx="1422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default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0B5AC18-021B-46A2-9560-C90C2456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563447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89A3"/>
          </a:solidFill>
          <a:ln xmlns:a="http://schemas.openxmlformats.org/drawingml/2006/main" w="9525">
            <a:solidFill>
              <a:srgbClr val="7C89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89CFAF8-C52F-4AEB-B115-1E1F02A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400" y="2306766"/>
            <a:ext cx="6985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6.60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4444A04-1E71-4AD7-A71F-9626989C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081467"/>
            <a:ext cx="1168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cgroup-only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68A26E1-23C1-4B9B-A212-0A001C3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3060700"/>
            <a:ext cx="2942263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BDE5"/>
          </a:solidFill>
          <a:ln xmlns:a="http://schemas.openxmlformats.org/drawingml/2006/main" w="9525">
            <a:solidFill>
              <a:srgbClr val="15BD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7C14D36-50B7-431F-A1FF-53EC0321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3081466"/>
            <a:ext cx="8890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94,336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6613A04-DEDD-4196-A031-4A016F1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081466"/>
            <a:ext cx="1422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cgroup-only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2D5CB7A8-2AB3-4DD1-A563-0C1782A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0700"/>
            <a:ext cx="1618176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BDE5"/>
          </a:solidFill>
          <a:ln xmlns:a="http://schemas.openxmlformats.org/drawingml/2006/main" w="9525">
            <a:solidFill>
              <a:srgbClr val="15BD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2D03DE2-F112-41D6-B8AC-99EED5F7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400" y="3081466"/>
            <a:ext cx="6985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4.25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2EF07E4-C0AE-4505-A412-326A522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856166"/>
            <a:ext cx="1168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scx-only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3F9CA506-D1AF-4867-A8A8-9D5DA7C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3835400"/>
            <a:ext cx="3153501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E44EB"/>
          </a:solidFill>
          <a:ln xmlns:a="http://schemas.openxmlformats.org/drawingml/2006/main" w="9525">
            <a:solidFill>
              <a:srgbClr val="6E44EB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93DEFCC1-70C6-419B-8FDD-E9091C5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3856166"/>
            <a:ext cx="8890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99,402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1D83275-F564-476E-9FDC-4BAA229E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856166"/>
            <a:ext cx="1422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scx-only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2198B631-5562-4CA3-B278-939654B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35400"/>
            <a:ext cx="712959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E44EB"/>
          </a:solidFill>
          <a:ln xmlns:a="http://schemas.openxmlformats.org/drawingml/2006/main" w="9525">
            <a:solidFill>
              <a:srgbClr val="6E44EB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2EBD104-1CEA-457F-83D8-DBCE9D0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400" y="3856166"/>
            <a:ext cx="6985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2.39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DAB182C-7F70-493E-A406-BC7BADFF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538534"/>
            <a:ext cx="11684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8827D899-3699-4E8E-82FA-E791FFF7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4610100"/>
            <a:ext cx="3106049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89F27AAD-A076-480B-A70A-17628AC8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4630866"/>
            <a:ext cx="8890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97,398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8FFFC3E-EA16-4814-AA82-4231D67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4630867"/>
            <a:ext cx="1422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18D68041-0A98-4575-9FA2-774581FC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708953" cy="279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95925B9E-6FE0-4340-97B8-EAAC4DA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400" y="4630866"/>
            <a:ext cx="6985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2.24</a:t>
            </a:r>
          </a:p>
        </p:txBody>
      </p:sp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C3AA0FE0-FB51-44FA-AB0C-E0D4139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5473700"/>
            <a:ext cx="10655300" cy="546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E1E9F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727F5EB-8281-49C0-BED3-5C4A52CF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565289"/>
            <a:ext cx="10160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Agent 联合策略：RPS +72.55%，P99 -66.04%，后台 CPU 保留率 47.03%（有效门槛 25%）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D708537-9F4D-480E-B0FC-4BB3B6B0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1450"/>
            <a:ext cx="10922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来源：formal 20 秒 × 3；results/competition-agent-llm/2026-07-17_07-50-10/。</a:t>
            </a:r>
          </a:p>
        </p:txBody>
      </p:sp>
    </p:spTree>
    <p:extLst>
      <p:ext uri="{BB962C8B-B14F-4D97-AF65-F5344CB8AC3E}">
        <p14:creationId xmlns:p14="http://schemas.microsoft.com/office/powerpoint/2010/main" val="41814283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567CECFF-4808-4450-9B2D-C2BF1BCC0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4.3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第二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workload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与失败注入均通过实测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666FC0CD-11C2-44A5-A328-C018EA6E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1800"/>
            <a:ext cx="52070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84FEFE3-978C-4F4A-B179-DB223AB3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4606"/>
            <a:ext cx="46355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sysbench </a:t>
            </a:r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批处理吞吐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72DAEC1-3515-472E-802F-AC917D2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2641972"/>
            <a:ext cx="1143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baseline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A4AE425-277A-4C04-882B-585834F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2628900"/>
            <a:ext cx="2818437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89A3"/>
          </a:solidFill>
          <a:ln xmlns:a="http://schemas.openxmlformats.org/drawingml/2006/main" w="9525">
            <a:solidFill>
              <a:srgbClr val="7C89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3C92696-4116-4C26-BA8F-E2C1F135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0" y="2649667"/>
            <a:ext cx="5969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16,158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1DAFE8E-F580-4209-BF4C-800E264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80172"/>
            <a:ext cx="1143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interference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2726F921-38C7-4F02-BD39-0AF7BB6C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3467100"/>
            <a:ext cx="148058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8430"/>
          </a:solidFill>
          <a:ln xmlns:a="http://schemas.openxmlformats.org/drawingml/2006/main" w="9525">
            <a:solidFill>
              <a:srgbClr val="EE843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AC619CB-3AA4-462A-A332-1E5AE9DA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0" y="3487866"/>
            <a:ext cx="5969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8,905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5A345A5-614B-43B2-BDAF-9CC684C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318372"/>
            <a:ext cx="1143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SchedX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D4E5513F-2AE1-4475-9DFA-369ABC6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4305300"/>
            <a:ext cx="252451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4E8"/>
          </a:solidFill>
          <a:ln xmlns:a="http://schemas.openxmlformats.org/drawingml/2006/main" w="9525">
            <a:solidFill>
              <a:srgbClr val="2C54E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4CBBA58-51D8-4AE7-BB27-9FF6123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0" y="4326067"/>
            <a:ext cx="5969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14,802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255C468-DB8A-44D9-B9E7-F62DFD9E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0967"/>
            <a:ext cx="46355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相对干扰组吞吐恢复 66.22%，P95 从 2.93 ms 回到 0.36 ms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DD1D65-49A0-4E61-A75A-A8BCBFD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701800"/>
            <a:ext cx="52324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FFA9859-5846-4B47-9E81-4C7A7E6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1884606"/>
            <a:ext cx="4699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</a:t>
            </a:r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接受与拒绝路径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2C9794F5-3EC4-48EC-89A1-E3448B2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1900"/>
            <a:ext cx="2209800" cy="180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A66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A2A422C-1045-4E59-BEA7-F89F125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4694"/>
            <a:ext cx="1828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DeepSeek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47157FA-688A-4C07-9C46-EDB8DC2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8034"/>
            <a:ext cx="18288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accepted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6E679F3-7610-47AC-91D3-0B31A26A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0645"/>
            <a:ext cx="190500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expert: latency_guard
RPS +14.34% | P99 -92.68%</a:t>
            </a:r>
          </a:p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BG 保留 75.25%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49544D7E-0F6C-4943-AC85-C0621AF8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2501900"/>
            <a:ext cx="2209800" cy="180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4247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0BB58B2A-675A-48D9-AEE3-4AFFD91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2674694"/>
            <a:ext cx="1828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严格 P99 门槛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4535A16-2F93-438B-B03F-82618FC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3093423"/>
            <a:ext cx="18288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rolled_back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0C5905B-C53F-4331-89DB-B1837491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570644"/>
            <a:ext cx="19050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P99 -92.25%</a:t>
            </a:r>
          </a:p>
          <a:p xmlns:a="http://schemas.openxmlformats.org/drawingml/2006/main"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未达 -99.9%，已回滚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4F5F284-CFBD-43F7-9509-FD9667C0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558556"/>
            <a:ext cx="4699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回滚：恢复 25 项设置、删除 11 个 cgroup、移除 10 条 scx policy；最终无残留。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78875455-7058-4E25-A714-7B0C32D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1450"/>
            <a:ext cx="10922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正式结论限定于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CPU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竞争场景；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Redis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与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network/security Agent </a:t>
            </a: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不在本轮性能主张中。</a:t>
            </a:r>
          </a:p>
        </p:txBody>
      </p:sp>
    </p:spTree>
    <p:extLst>
      <p:ext uri="{BB962C8B-B14F-4D97-AF65-F5344CB8AC3E}">
        <p14:creationId xmlns:p14="http://schemas.microsoft.com/office/powerpoint/2010/main" val="30292810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5686DEF1-E705-4B78-BCFF-8077005B584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作品演示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3D4B642-8D93-4A0D-BA31-BB7B0A182B0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一条命令完成预检、实验、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Canary</a:t>
            </a: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、回滚与报告生成</a:t>
            </a:r>
          </a:p>
        </p:txBody>
      </p:sp>
    </p:spTree>
    <p:extLst>
      <p:ext uri="{BB962C8B-B14F-4D97-AF65-F5344CB8AC3E}">
        <p14:creationId xmlns:p14="http://schemas.microsoft.com/office/powerpoint/2010/main" val="20104153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D88697D-08B1-4053-B0CF-1FDA78C6A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5.1 </a:t>
            </a:r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一键演示保留完整证据链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419C235-C38A-46F4-BC04-8AF2F46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79700"/>
            <a:ext cx="812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2F57717-7FD6-4928-82E8-91244AC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2679700"/>
            <a:ext cx="812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1A6E1C3F-399B-47DD-B7BA-102959C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2679700"/>
            <a:ext cx="812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9478488B-AD83-4169-929E-D77EE246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79700"/>
            <a:ext cx="812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6756E8-6FA5-4D94-AD51-926FE39F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679700"/>
            <a:ext cx="812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C54E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9F9116ED-DB0E-4325-AA1C-593ECF04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11116E1-0931-4C85-BD8F-77960EF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环境预检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6DB8693C-A518-49C5-AFBF-47F9E03B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BEE1087-DA31-444D-B3A4-7F81C82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workload </a:t>
            </a: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C4BA2F0E-1C4B-4B0E-B999-9AADBBF8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8E005CE-4D56-41F3-BD2A-8BC68B8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四组消融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2783BD3F-6EE1-4C5A-8E7C-1511C735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3B989C6-97B1-4463-BC84-3A8675C3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第二 </a:t>
            </a: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workload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1B64249F-D3B6-45BA-AC39-9F62472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A36C31C-DB3F-4920-8B57-132A6F9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</a:t>
            </a: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双路径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8C72DC2C-1DB6-4D0A-92A5-A3D9B2E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35200"/>
            <a:ext cx="14224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9FC"/>
          </a:solidFill>
          <a:ln xmlns:a="http://schemas.openxmlformats.org/drawingml/2006/main" w="9525">
            <a:solidFill>
              <a:srgbClr val="D8E0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CE9F613-A23C-424F-8931-1646E42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400672"/>
            <a:ext cx="1244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最终清理与报告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0762F50-A82C-44D2-8601-0C3A1CDC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99568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F4E"/>
          </a:solidFill>
          <a:ln xmlns:a="http://schemas.openxmlformats.org/drawingml/2006/main" w="9525">
            <a:solidFill>
              <a:srgbClr val="101F4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A2B0BF2-1005-4BE3-A7C9-CF5F0B9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3511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bash scripts/run_competition_demo.sh --formal --llm-policy --compact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8191BAC-7612-4121-BC00-321541BE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034578"/>
            <a:ext cx="99568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输出：环境快照 · DeepSeek 提案 · expert route · Action/cgroup/scx · agent-trace.json · Canary · rollback · 报告</a:t>
            </a:r>
          </a:p>
        </p:txBody>
      </p:sp>
    </p:spTree>
    <p:extLst>
      <p:ext uri="{BB962C8B-B14F-4D97-AF65-F5344CB8AC3E}">
        <p14:creationId xmlns:p14="http://schemas.microsoft.com/office/powerpoint/2010/main" val="168953940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标题 36">
            <a:extLst xmlns:a="http://schemas.openxmlformats.org/drawingml/2006/main">
              <a:ext uri="{FF2B5EF4-FFF2-40B4-BE49-F238E27FC236}">
                <a16:creationId xmlns:a16="http://schemas.microsoft.com/office/drawing/2014/main" id="{8D6FEF6C-DAE9-497C-9FC3-C867EAF9DD1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5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SchedX-Agent</a:t>
            </a:r>
          </a:p>
        </p:txBody>
      </p:sp>
      <p:sp>
        <p:nvSpPr>
          <p:cNvPr id="38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F3F3B946-1A4E-4B56-8CF4-296A1045539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 Lab</a:t>
            </a:r>
          </a:p>
        </p:txBody>
      </p:sp>
      <p:sp>
        <p:nvSpPr>
          <p:cNvPr id="40" name="文本占位符 39">
            <a:extLst xmlns:a="http://schemas.openxmlformats.org/drawingml/2006/main">
              <a:ext uri="{FF2B5EF4-FFF2-40B4-BE49-F238E27FC236}">
                <a16:creationId xmlns:a16="http://schemas.microsoft.com/office/drawing/2014/main" id="{488383FC-BAA2-42D4-93AC-ED7B9911E21B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</a:t>
            </a:r>
          </a:p>
        </p:txBody>
      </p:sp>
      <p:sp>
        <p:nvSpPr>
          <p:cNvPr id="33" name="文本占位符 50">
            <a:extLst xmlns:a="http://schemas.openxmlformats.org/drawingml/2006/main">
              <a:ext uri="{FF2B5EF4-FFF2-40B4-BE49-F238E27FC236}">
                <a16:creationId xmlns:a16="http://schemas.microsoft.com/office/drawing/2014/main" id="{1FACCB9C-6F64-458F-954A-1ED7774E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218" y="4640664"/>
            <a:ext cx="1161805" cy="290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参赛团队：</a:t>
            </a:r>
          </a:p>
        </p:txBody>
      </p:sp>
      <p:sp>
        <p:nvSpPr>
          <p:cNvPr id="34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C5B059CA-D8E0-4011-8A72-165F1D6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218" y="5077480"/>
            <a:ext cx="1161805" cy="290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完成日期：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FC39D4B-E46E-4949-A637-8B5EDCDF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3073028"/>
            <a:ext cx="55880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 Agent 决策可解释、执行可验证、失败可回滚</a:t>
            </a:r>
          </a:p>
        </p:txBody>
      </p:sp>
    </p:spTree>
    <p:extLst>
      <p:ext uri="{BB962C8B-B14F-4D97-AF65-F5344CB8AC3E}">
        <p14:creationId xmlns:p14="http://schemas.microsoft.com/office/powerpoint/2010/main" val="22146028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2026-07-19T17:26:08.5280000Z</dcterms:created>
  <dcterms:modified xsi:type="dcterms:W3CDTF">2026-07-19T17:26:08.5280000Z</dcterms:modified>
</coreProperties>
</file>